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6799" r:id="rId69"/>
    <p:sldMasterId id="2147486826" r:id="rId70"/>
  </p:sldMasterIdLst>
  <p:notesMasterIdLst>
    <p:notesMasterId r:id="rId80"/>
  </p:notesMasterIdLst>
  <p:handoutMasterIdLst>
    <p:handoutMasterId r:id="rId81"/>
  </p:handoutMasterIdLst>
  <p:sldIdLst>
    <p:sldId id="741" r:id="rId71"/>
    <p:sldId id="735" r:id="rId72"/>
    <p:sldId id="748" r:id="rId73"/>
    <p:sldId id="736" r:id="rId74"/>
    <p:sldId id="744" r:id="rId75"/>
    <p:sldId id="752" r:id="rId76"/>
    <p:sldId id="753" r:id="rId77"/>
    <p:sldId id="751" r:id="rId78"/>
    <p:sldId id="738"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 id="{047A77F1-2C5D-46AF-852B-567352A6DD6A}">
          <p14:sldIdLst>
            <p14:sldId id="741"/>
            <p14:sldId id="735"/>
            <p14:sldId id="748"/>
            <p14:sldId id="736"/>
            <p14:sldId id="744"/>
            <p14:sldId id="752"/>
            <p14:sldId id="753"/>
            <p14:sldId id="751"/>
            <p14:sldId id="738"/>
          </p14:sldIdLst>
        </p14:section>
      </p14:sectionLst>
    </p:ext>
    <p:ext uri="{EFAFB233-063F-42B5-8137-9DF3F51BA10A}">
      <p15:sldGuideLst xmlns:p15="http://schemas.microsoft.com/office/powerpoint/2012/main">
        <p15:guide id="1" orient="horz" pos="430" userDrawn="1">
          <p15:clr>
            <a:srgbClr val="A4A3A4"/>
          </p15:clr>
        </p15:guide>
        <p15:guide id="2" orient="horz" pos="3888" userDrawn="1">
          <p15:clr>
            <a:srgbClr val="A4A3A4"/>
          </p15:clr>
        </p15:guide>
        <p15:guide id="3" pos="576" userDrawn="1">
          <p15:clr>
            <a:srgbClr val="A4A3A4"/>
          </p15:clr>
        </p15:guide>
        <p15:guide id="4" pos="7104" userDrawn="1">
          <p15:clr>
            <a:srgbClr val="A4A3A4"/>
          </p15:clr>
        </p15:guide>
        <p15:guide id="5" pos="431">
          <p15:clr>
            <a:srgbClr val="A4A3A4"/>
          </p15:clr>
        </p15:guide>
        <p15:guide id="6" pos="724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2DBFF"/>
    <a:srgbClr val="064D9E"/>
    <a:srgbClr val="080F24"/>
    <a:srgbClr val="0E9AAF"/>
    <a:srgbClr val="C3E3F7"/>
    <a:srgbClr val="027ECF"/>
    <a:srgbClr val="C9F2FF"/>
    <a:srgbClr val="828218"/>
    <a:srgbClr val="8282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54" autoAdjust="0"/>
    <p:restoredTop sz="93425" autoAdjust="0"/>
  </p:normalViewPr>
  <p:slideViewPr>
    <p:cSldViewPr snapToGrid="0">
      <p:cViewPr varScale="1">
        <p:scale>
          <a:sx n="89" d="100"/>
          <a:sy n="89" d="100"/>
        </p:scale>
        <p:origin x="538" y="77"/>
      </p:cViewPr>
      <p:guideLst>
        <p:guide orient="horz" pos="430"/>
        <p:guide orient="horz" pos="3888"/>
        <p:guide pos="576"/>
        <p:guide pos="7104"/>
        <p:guide pos="431"/>
        <p:guide pos="724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theme" Target="theme/theme1.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slide" Target="slides/slide4.xml"/><Relationship Id="rId79" Type="http://schemas.openxmlformats.org/officeDocument/2006/relationships/slide" Target="slides/slide9.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customXml" Target="../customXml/item56.xml"/><Relationship Id="rId64" Type="http://schemas.openxmlformats.org/officeDocument/2006/relationships/customXml" Target="../customXml/item64.xml"/><Relationship Id="rId69" Type="http://schemas.openxmlformats.org/officeDocument/2006/relationships/slideMaster" Target="slideMasters/slideMaster1.xml"/><Relationship Id="rId77" Type="http://schemas.openxmlformats.org/officeDocument/2006/relationships/slide" Target="slides/slide7.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2.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customXml" Target="../customXml/item59.xml"/><Relationship Id="rId67" Type="http://schemas.openxmlformats.org/officeDocument/2006/relationships/customXml" Target="../customXml/item6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customXml" Target="../customXml/item54.xml"/><Relationship Id="rId62" Type="http://schemas.openxmlformats.org/officeDocument/2006/relationships/customXml" Target="../customXml/item62.xml"/><Relationship Id="rId70" Type="http://schemas.openxmlformats.org/officeDocument/2006/relationships/slideMaster" Target="slideMasters/slideMaster2.xml"/><Relationship Id="rId75" Type="http://schemas.openxmlformats.org/officeDocument/2006/relationships/slide" Target="slides/slide5.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customXml" Target="../customXml/item5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customXml" Target="../customXml/item60.xml"/><Relationship Id="rId65" Type="http://schemas.openxmlformats.org/officeDocument/2006/relationships/customXml" Target="../customXml/item65.xml"/><Relationship Id="rId73" Type="http://schemas.openxmlformats.org/officeDocument/2006/relationships/slide" Target="slides/slide3.xml"/><Relationship Id="rId78" Type="http://schemas.openxmlformats.org/officeDocument/2006/relationships/slide" Target="slides/slide8.xml"/><Relationship Id="rId8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slide" Target="slides/slide6.xml"/><Relationship Id="rId7" Type="http://schemas.openxmlformats.org/officeDocument/2006/relationships/customXml" Target="../customXml/item7.xml"/><Relationship Id="rId71" Type="http://schemas.openxmlformats.org/officeDocument/2006/relationships/slide" Target="slides/slide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61" Type="http://schemas.openxmlformats.org/officeDocument/2006/relationships/customXml" Target="../customXml/item61.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B4AB64-BB16-014D-AF59-00877FFB5348}" type="datetimeFigureOut">
              <a:rPr lang="en-US" smtClean="0"/>
              <a:t>12/3/2025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ESRI Internal - Do not share</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BED56D-3A20-2943-930A-2361A9DDC1ED}" type="slidenum">
              <a:rPr lang="en-US" smtClean="0"/>
              <a:t>‹#›</a:t>
            </a:fld>
            <a:endParaRPr lang="en-US"/>
          </a:p>
        </p:txBody>
      </p:sp>
    </p:spTree>
    <p:extLst>
      <p:ext uri="{BB962C8B-B14F-4D97-AF65-F5344CB8AC3E}">
        <p14:creationId xmlns:p14="http://schemas.microsoft.com/office/powerpoint/2010/main" val="331786121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5498D241-0AB7-BC44-80E8-F0A20AF46E9E}" type="datetimeFigureOut">
              <a:rPr lang="en-US" smtClean="0"/>
              <a:pPr/>
              <a:t>12/3/2025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r>
              <a:rPr lang="en-US"/>
              <a:t>ESRI Internal - Do not share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3E7143C0-4F23-B545-9533-520B5A87CA1E}" type="slidenum">
              <a:rPr lang="en-US" smtClean="0"/>
              <a:pPr/>
              <a:t>‹#›</a:t>
            </a:fld>
            <a:endParaRPr lang="en-US"/>
          </a:p>
        </p:txBody>
      </p:sp>
    </p:spTree>
    <p:extLst>
      <p:ext uri="{BB962C8B-B14F-4D97-AF65-F5344CB8AC3E}">
        <p14:creationId xmlns:p14="http://schemas.microsoft.com/office/powerpoint/2010/main" val="40775878"/>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163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5550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b="1" dirty="0">
                <a:highlight>
                  <a:srgbClr val="FFFF00"/>
                </a:highlight>
              </a:rPr>
              <a:t>DELETE IF NOT APPLICABLE</a:t>
            </a:r>
            <a:br>
              <a:rPr lang="en-US" b="1" dirty="0">
                <a:highlight>
                  <a:srgbClr val="FFFF00"/>
                </a:highlight>
              </a:rPr>
            </a:br>
            <a:br>
              <a:rPr lang="en-US" b="1" dirty="0">
                <a:highlight>
                  <a:srgbClr val="FFFF00"/>
                </a:highlight>
              </a:rPr>
            </a:br>
            <a:r>
              <a:rPr lang="en-US" b="1" dirty="0">
                <a:highlight>
                  <a:srgbClr val="FFFF00"/>
                </a:highlight>
              </a:rPr>
              <a:t>Only present timeline slide for driver projects if applicable.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highlight>
                  <a:srgbClr val="FFFF00"/>
                </a:highlight>
              </a:rPr>
              <a:t>Reminder that projects must be scoped tightly and consider the availability of staff due to holiday vacations and Dev &amp; Tech Summit conference.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highlight>
                <a:srgbClr val="FFFF00"/>
              </a:highligh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highlight>
                  <a:srgbClr val="FFFF00"/>
                </a:highlight>
              </a:rPr>
              <a:t>You don’t need to speak to every deliverable.</a:t>
            </a:r>
            <a:br>
              <a:rPr lang="en-US" b="0" dirty="0">
                <a:highlight>
                  <a:srgbClr val="FFFF00"/>
                </a:highlight>
              </a:rPr>
            </a:br>
            <a:br>
              <a:rPr lang="en-US" dirty="0"/>
            </a:br>
            <a:r>
              <a:rPr lang="en-US" dirty="0"/>
              <a:t>Add deliverables that are unique to your driver projects. However, there are a few ideas below:</a:t>
            </a:r>
            <a:endParaRPr lang="en-US" b="0" dirty="0"/>
          </a:p>
          <a:p>
            <a:pPr marL="171450" indent="-171450">
              <a:buFont typeface="Arial" panose="020B0604020202020204" pitchFamily="34" charset="0"/>
              <a:buChar char="•"/>
            </a:pPr>
            <a:r>
              <a:rPr lang="en-US" b="0" dirty="0"/>
              <a:t>Planning </a:t>
            </a:r>
          </a:p>
          <a:p>
            <a:pPr marL="171450" indent="-171450">
              <a:buFont typeface="Arial" panose="020B0604020202020204" pitchFamily="34" charset="0"/>
              <a:buChar char="•"/>
            </a:pPr>
            <a:r>
              <a:rPr lang="en-US" dirty="0"/>
              <a:t>Design </a:t>
            </a:r>
          </a:p>
          <a:p>
            <a:pPr marL="171450" indent="-171450">
              <a:buFont typeface="Arial" panose="020B0604020202020204" pitchFamily="34" charset="0"/>
              <a:buChar char="•"/>
            </a:pPr>
            <a:r>
              <a:rPr lang="en-US" dirty="0"/>
              <a:t>Design complete</a:t>
            </a:r>
          </a:p>
          <a:p>
            <a:pPr marL="171450" indent="-171450">
              <a:buFont typeface="Arial" panose="020B0604020202020204" pitchFamily="34" charset="0"/>
              <a:buChar char="•"/>
            </a:pPr>
            <a:r>
              <a:rPr lang="en-US" dirty="0"/>
              <a:t>Development</a:t>
            </a:r>
          </a:p>
          <a:p>
            <a:pPr marL="171450" indent="-171450">
              <a:buFont typeface="Arial" panose="020B0604020202020204" pitchFamily="34" charset="0"/>
              <a:buChar char="•"/>
            </a:pPr>
            <a:r>
              <a:rPr lang="en-US" dirty="0"/>
              <a:t>Dev complete</a:t>
            </a:r>
          </a:p>
          <a:p>
            <a:pPr marL="171450" indent="-171450">
              <a:buFont typeface="Arial" panose="020B0604020202020204" pitchFamily="34" charset="0"/>
              <a:buChar char="•"/>
            </a:pPr>
            <a:r>
              <a:rPr lang="en-US" dirty="0"/>
              <a:t>QA / Testing</a:t>
            </a:r>
          </a:p>
          <a:p>
            <a:pPr marL="171450" indent="-171450">
              <a:buFont typeface="Arial" panose="020B0604020202020204" pitchFamily="34" charset="0"/>
              <a:buChar char="•"/>
            </a:pPr>
            <a:r>
              <a:rPr lang="en-US" dirty="0"/>
              <a:t>QA complete</a:t>
            </a:r>
          </a:p>
          <a:p>
            <a:pPr marL="171450" indent="-171450">
              <a:buFont typeface="Arial" panose="020B0604020202020204" pitchFamily="34" charset="0"/>
              <a:buChar char="•"/>
            </a:pPr>
            <a:r>
              <a:rPr lang="en-US" dirty="0"/>
              <a:t>Communicate to stakeholders</a:t>
            </a:r>
          </a:p>
          <a:p>
            <a:pPr marL="171450" indent="-171450">
              <a:buFont typeface="Arial" panose="020B0604020202020204" pitchFamily="34" charset="0"/>
              <a:buChar char="•"/>
            </a:pPr>
            <a:r>
              <a:rPr lang="en-US" dirty="0"/>
              <a:t>Holistic testing</a:t>
            </a:r>
          </a:p>
          <a:p>
            <a:pPr marL="171450" indent="-171450">
              <a:buFont typeface="Arial" panose="020B0604020202020204" pitchFamily="34" charset="0"/>
              <a:buChar char="•"/>
            </a:pPr>
            <a:r>
              <a:rPr lang="en-US" dirty="0"/>
              <a:t>Doc complete</a:t>
            </a:r>
          </a:p>
          <a:p>
            <a:pPr marL="171450" indent="-171450">
              <a:buFont typeface="Arial" panose="020B0604020202020204" pitchFamily="34" charset="0"/>
              <a:buChar char="•"/>
            </a:pPr>
            <a:r>
              <a:rPr lang="en-US" dirty="0"/>
              <a:t>Feature complete</a:t>
            </a:r>
            <a:br>
              <a:rPr lang="en-US" dirty="0"/>
            </a:br>
            <a:br>
              <a:rPr lang="en-US" dirty="0"/>
            </a:br>
            <a:endParaRPr lang="en-US" dirty="0"/>
          </a:p>
          <a:p>
            <a:r>
              <a:rPr lang="en-US" dirty="0"/>
              <a:t> </a:t>
            </a:r>
          </a:p>
        </p:txBody>
      </p:sp>
    </p:spTree>
    <p:extLst>
      <p:ext uri="{BB962C8B-B14F-4D97-AF65-F5344CB8AC3E}">
        <p14:creationId xmlns:p14="http://schemas.microsoft.com/office/powerpoint/2010/main" val="1640685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will present the top 1 – 3 projects that they are working on during the 12.1 release. </a:t>
            </a:r>
          </a:p>
          <a:p>
            <a:r>
              <a:rPr lang="en-US" dirty="0"/>
              <a:t>This slide is for the first project, and the purpose is to introduce and provide a </a:t>
            </a:r>
            <a:r>
              <a:rPr lang="en-US" b="1" dirty="0"/>
              <a:t>high-level description </a:t>
            </a:r>
            <a:r>
              <a:rPr lang="en-US" dirty="0"/>
              <a:t>of the project.</a:t>
            </a:r>
          </a:p>
          <a:p>
            <a:r>
              <a:rPr lang="en-US" dirty="0"/>
              <a:t>Communicate the development effort and impact to other teams (i.e. if the project requires development or testing from another team).</a:t>
            </a:r>
          </a:p>
          <a:p>
            <a:r>
              <a:rPr lang="en-US" dirty="0"/>
              <a:t>Provide additional resources which can be used after the planning meeting to find more information on the project.</a:t>
            </a:r>
          </a:p>
          <a:p>
            <a:endParaRPr lang="en-US" dirty="0"/>
          </a:p>
          <a:p>
            <a:endParaRPr lang="en-US" dirty="0"/>
          </a:p>
          <a:p>
            <a:r>
              <a:rPr lang="en-US" dirty="0"/>
              <a:t> </a:t>
            </a:r>
          </a:p>
        </p:txBody>
      </p:sp>
    </p:spTree>
    <p:extLst>
      <p:ext uri="{BB962C8B-B14F-4D97-AF65-F5344CB8AC3E}">
        <p14:creationId xmlns:p14="http://schemas.microsoft.com/office/powerpoint/2010/main" val="3948159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will present the top 1 – 3 projects that they are working on during the 12.1 release. </a:t>
            </a:r>
          </a:p>
          <a:p>
            <a:r>
              <a:rPr lang="en-US" dirty="0"/>
              <a:t>This slide is for the second project, and the purpose is to introduce and provide a </a:t>
            </a:r>
            <a:r>
              <a:rPr lang="en-US" b="1" dirty="0"/>
              <a:t>high-level description </a:t>
            </a:r>
            <a:r>
              <a:rPr lang="en-US" dirty="0"/>
              <a:t>of the project.</a:t>
            </a:r>
          </a:p>
          <a:p>
            <a:r>
              <a:rPr lang="en-US" dirty="0"/>
              <a:t>Communicate the development effort and impact to other teams (i.e., if the project requires development or testing from another team).</a:t>
            </a:r>
          </a:p>
          <a:p>
            <a:r>
              <a:rPr lang="en-US" dirty="0"/>
              <a:t>Provide additional resources which can be used after the planning meeting to find more information on the project.</a:t>
            </a:r>
          </a:p>
          <a:p>
            <a:endParaRPr lang="en-US" dirty="0"/>
          </a:p>
          <a:p>
            <a:r>
              <a:rPr lang="en-US" dirty="0"/>
              <a:t>Create additional objective/project slides as needed. However, keep in mind that each team's presentation should be ~ 5 minutes. </a:t>
            </a:r>
          </a:p>
        </p:txBody>
      </p:sp>
    </p:spTree>
    <p:extLst>
      <p:ext uri="{BB962C8B-B14F-4D97-AF65-F5344CB8AC3E}">
        <p14:creationId xmlns:p14="http://schemas.microsoft.com/office/powerpoint/2010/main" val="2143766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will present the top 1 – 3 projects that they are working on during the 12.1 release. </a:t>
            </a:r>
          </a:p>
          <a:p>
            <a:r>
              <a:rPr lang="en-US" dirty="0"/>
              <a:t>This slide is for the second project, and the purpose is to introduce and provide a </a:t>
            </a:r>
            <a:r>
              <a:rPr lang="en-US" b="1" dirty="0"/>
              <a:t>high-level description </a:t>
            </a:r>
            <a:r>
              <a:rPr lang="en-US" dirty="0"/>
              <a:t>of the project.</a:t>
            </a:r>
          </a:p>
          <a:p>
            <a:r>
              <a:rPr lang="en-US" dirty="0"/>
              <a:t>Communicate the development effort and impact to other teams (i.e., if the project requires development or testing from another team).</a:t>
            </a:r>
          </a:p>
          <a:p>
            <a:r>
              <a:rPr lang="en-US" dirty="0"/>
              <a:t>Provide additional resources which can be used after the planning meeting to find more information on the project.</a:t>
            </a:r>
          </a:p>
          <a:p>
            <a:endParaRPr lang="en-US" dirty="0"/>
          </a:p>
          <a:p>
            <a:r>
              <a:rPr lang="en-US" dirty="0"/>
              <a:t>Create additional objective/project slides as needed. However, keep in mind that each team's presentation should be ~ 5 minutes. </a:t>
            </a:r>
          </a:p>
        </p:txBody>
      </p:sp>
    </p:spTree>
    <p:extLst>
      <p:ext uri="{BB962C8B-B14F-4D97-AF65-F5344CB8AC3E}">
        <p14:creationId xmlns:p14="http://schemas.microsoft.com/office/powerpoint/2010/main" val="1275142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highlight>
                  <a:srgbClr val="FFFF00"/>
                </a:highlight>
              </a:rPr>
              <a:t>DELETE IF NOT APPLICABLE</a:t>
            </a:r>
            <a:br>
              <a:rPr lang="en-US" b="1" dirty="0">
                <a:highlight>
                  <a:srgbClr val="FFFF00"/>
                </a:highlight>
              </a:rPr>
            </a:br>
            <a:br>
              <a:rPr lang="en-US" b="1" dirty="0">
                <a:highlight>
                  <a:srgbClr val="FFFF00"/>
                </a:highlight>
              </a:rPr>
            </a:br>
            <a:r>
              <a:rPr lang="en-US" b="1" dirty="0">
                <a:highlight>
                  <a:srgbClr val="FFFF00"/>
                </a:highlight>
              </a:rPr>
              <a:t>Use this slide to share deliverables for larger projects that require a phased approach</a:t>
            </a:r>
            <a:r>
              <a:rPr lang="en-US" b="1" dirty="0"/>
              <a:t>.</a:t>
            </a:r>
          </a:p>
          <a:p>
            <a:r>
              <a:rPr lang="en-US" b="1" dirty="0"/>
              <a:t>This can be used for project deliverables across one or multiple releases.</a:t>
            </a:r>
            <a:br>
              <a:rPr lang="en-US" dirty="0"/>
            </a:br>
            <a:br>
              <a:rPr lang="en-US" dirty="0"/>
            </a:br>
            <a:r>
              <a:rPr lang="en-US" dirty="0"/>
              <a:t>Please define and update the short-, mid- and long-term sections that best fit the phased approach of your individual projects.</a:t>
            </a:r>
          </a:p>
          <a:p>
            <a:pPr marL="171450" indent="-171450">
              <a:buFont typeface="Arial" panose="020B0604020202020204" pitchFamily="34" charset="0"/>
              <a:buChar char="•"/>
            </a:pPr>
            <a:r>
              <a:rPr lang="en-US" dirty="0"/>
              <a:t>Short-term: this or next release</a:t>
            </a:r>
          </a:p>
          <a:p>
            <a:pPr marL="171450" indent="-171450">
              <a:buFont typeface="Arial" panose="020B0604020202020204" pitchFamily="34" charset="0"/>
              <a:buChar char="•"/>
            </a:pPr>
            <a:r>
              <a:rPr lang="en-US" dirty="0"/>
              <a:t>Mid-term: next two releases</a:t>
            </a:r>
          </a:p>
          <a:p>
            <a:pPr marL="171450" indent="-171450">
              <a:buFont typeface="Arial" panose="020B0604020202020204" pitchFamily="34" charset="0"/>
              <a:buChar char="•"/>
            </a:pPr>
            <a:r>
              <a:rPr lang="en-US" dirty="0"/>
              <a:t>Long-term: over a year from now</a:t>
            </a:r>
            <a:br>
              <a:rPr lang="en-US" dirty="0"/>
            </a:br>
            <a:endParaRPr lang="en-US" dirty="0"/>
          </a:p>
          <a:p>
            <a:r>
              <a:rPr lang="en-US" dirty="0"/>
              <a:t>If your project will be complete in the next two releases, please remove the ‘long-term objectives’ box.</a:t>
            </a:r>
            <a:br>
              <a:rPr lang="en-US" dirty="0"/>
            </a:br>
            <a:endParaRPr lang="en-US" dirty="0"/>
          </a:p>
        </p:txBody>
      </p:sp>
    </p:spTree>
    <p:extLst>
      <p:ext uri="{BB962C8B-B14F-4D97-AF65-F5344CB8AC3E}">
        <p14:creationId xmlns:p14="http://schemas.microsoft.com/office/powerpoint/2010/main" val="186800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priority bugs and quality fixes that your team is targeting for the release.</a:t>
            </a:r>
            <a:br>
              <a:rPr lang="en-US" dirty="0"/>
            </a:br>
            <a:r>
              <a:rPr lang="en-US" dirty="0"/>
              <a:t>Include the bug #, if applicable, the title or a summary of the issue and any relevant notes, such as number of sites following the defect.</a:t>
            </a:r>
          </a:p>
          <a:p>
            <a:r>
              <a:rPr lang="en-US" dirty="0"/>
              <a:t>Add details on priority of the issue, including if it has many customers attached or are high or critical status</a:t>
            </a:r>
          </a:p>
        </p:txBody>
      </p:sp>
    </p:spTree>
    <p:extLst>
      <p:ext uri="{BB962C8B-B14F-4D97-AF65-F5344CB8AC3E}">
        <p14:creationId xmlns:p14="http://schemas.microsoft.com/office/powerpoint/2010/main" val="3635202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links to resources that can be used to learn more about your team and the 12.1 projects shared during the presentation.</a:t>
            </a:r>
          </a:p>
        </p:txBody>
      </p:sp>
    </p:spTree>
    <p:extLst>
      <p:ext uri="{BB962C8B-B14F-4D97-AF65-F5344CB8AC3E}">
        <p14:creationId xmlns:p14="http://schemas.microsoft.com/office/powerpoint/2010/main" val="22121423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white">
          <a:xfrm>
            <a:off x="1833121" y="2428193"/>
            <a:ext cx="8525773" cy="914400"/>
          </a:xfrm>
        </p:spPr>
        <p:txBody>
          <a:bodyPr rIns="0" anchor="b">
            <a:noAutofit/>
          </a:bodyPr>
          <a:lstStyle>
            <a:lvl1pPr algn="ctr">
              <a:defRPr sz="3600" b="0" baseline="0">
                <a:solidFill>
                  <a:schemeClr val="tx1"/>
                </a:solidFill>
              </a:defRPr>
            </a:lvl1pPr>
          </a:lstStyle>
          <a:p>
            <a:r>
              <a:rPr lang="en-US"/>
              <a:t>Presentation Title</a:t>
            </a:r>
          </a:p>
        </p:txBody>
      </p:sp>
      <p:sp>
        <p:nvSpPr>
          <p:cNvPr id="3" name="Subtitle 2"/>
          <p:cNvSpPr>
            <a:spLocks noGrp="1"/>
          </p:cNvSpPr>
          <p:nvPr>
            <p:ph type="subTitle" idx="1" hasCustomPrompt="1"/>
          </p:nvPr>
        </p:nvSpPr>
        <p:spPr bwMode="white">
          <a:xfrm>
            <a:off x="1828801" y="3465218"/>
            <a:ext cx="8534401" cy="914400"/>
          </a:xfrm>
          <a:noFill/>
        </p:spPr>
        <p:txBody>
          <a:bodyPr>
            <a:noAutofit/>
          </a:bodyPr>
          <a:lstStyle>
            <a:lvl1pPr marL="0" indent="0" algn="ctr">
              <a:buNone/>
              <a:defRPr b="0">
                <a:solidFill>
                  <a:srgbClr val="C3E3F7"/>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 of Presenter(s)</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A0C39B8-6953-4E90-A31C-8BC8224640B4}"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8"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pic>
        <p:nvPicPr>
          <p:cNvPr id="9" name="Picture 8" descr="Esri logo with The Science of Where tagline">
            <a:extLst>
              <a:ext uri="{FF2B5EF4-FFF2-40B4-BE49-F238E27FC236}">
                <a16:creationId xmlns:a16="http://schemas.microsoft.com/office/drawing/2014/main" id="{BAE1F197-8276-8D41-95D6-51EDCC85066F}"/>
              </a:ext>
            </a:extLst>
          </p:cNvPr>
          <p:cNvPicPr>
            <a:picLocks noChangeAspect="1"/>
          </p:cNvPicPr>
          <p:nvPr userDrawn="1"/>
        </p:nvPicPr>
        <p:blipFill>
          <a:blip r:embed="rId2" cstate="screen">
            <a:alphaModFix amt="75000"/>
            <a:extLst>
              <a:ext uri="{28A0092B-C50C-407E-A947-70E740481C1C}">
                <a14:useLocalDpi xmlns:a14="http://schemas.microsoft.com/office/drawing/2010/main"/>
              </a:ext>
            </a:extLst>
          </a:blip>
          <a:stretch>
            <a:fillRect/>
          </a:stretch>
        </p:blipFill>
        <p:spPr>
          <a:xfrm>
            <a:off x="9542736" y="395608"/>
            <a:ext cx="2392198" cy="739642"/>
          </a:xfrm>
          <a:prstGeom prst="rect">
            <a:avLst/>
          </a:prstGeom>
        </p:spPr>
      </p:pic>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914400"/>
            <a:ext cx="10369296" cy="461665"/>
          </a:xfrm>
        </p:spPr>
        <p:txBody>
          <a:bodyPr anchor="b"/>
          <a:lstStyle>
            <a:lvl1pPr>
              <a:defRPr sz="3000"/>
            </a:lvl1pPr>
          </a:lstStyle>
          <a:p>
            <a:r>
              <a:rPr lang="en-US"/>
              <a:t>Click to Edit Title</a:t>
            </a:r>
          </a:p>
        </p:txBody>
      </p:sp>
      <p:sp>
        <p:nvSpPr>
          <p:cNvPr id="5" name="Content Placeholder 4"/>
          <p:cNvSpPr>
            <a:spLocks noGrp="1"/>
          </p:cNvSpPr>
          <p:nvPr>
            <p:ph sz="quarter" idx="10" hasCustomPrompt="1"/>
          </p:nvPr>
        </p:nvSpPr>
        <p:spPr>
          <a:xfrm>
            <a:off x="914400" y="2057400"/>
            <a:ext cx="10369296" cy="3429000"/>
          </a:xfrm>
        </p:spPr>
        <p:txBody>
          <a:bodyPr/>
          <a:lstStyle/>
          <a:p>
            <a:pPr lvl="0"/>
            <a:r>
              <a:rPr lang="en-US"/>
              <a:t>Click to Edit Text</a:t>
            </a:r>
          </a:p>
          <a:p>
            <a:pPr lvl="1"/>
            <a:r>
              <a:rPr lang="en-US"/>
              <a:t>Second level</a:t>
            </a:r>
          </a:p>
          <a:p>
            <a:pPr lvl="2"/>
            <a:r>
              <a:rPr lang="en-US"/>
              <a:t>Third level</a:t>
            </a:r>
          </a:p>
        </p:txBody>
      </p:sp>
      <p:sp>
        <p:nvSpPr>
          <p:cNvPr id="4"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93E9C42-B9D9-4C71-9CAF-87F546FF1DFB}"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914400"/>
            <a:ext cx="10369296" cy="461665"/>
          </a:xfrm>
        </p:spPr>
        <p:txBody>
          <a:bodyPr/>
          <a:lstStyle>
            <a:lvl1pPr>
              <a:defRPr lang="en-US" sz="3000" b="0" kern="1200" spc="0" dirty="0" smtClean="0">
                <a:solidFill>
                  <a:schemeClr val="tx1"/>
                </a:solidFill>
                <a:latin typeface="+mj-lt"/>
                <a:ea typeface="+mj-ea"/>
                <a:cs typeface="Arial"/>
              </a:defRPr>
            </a:lvl1pPr>
          </a:lstStyle>
          <a:p>
            <a:r>
              <a:rPr lang="en-US"/>
              <a:t>Click to Edit Title</a:t>
            </a:r>
          </a:p>
        </p:txBody>
      </p:sp>
      <p:sp>
        <p:nvSpPr>
          <p:cNvPr id="8" name="Text Placeholder 7"/>
          <p:cNvSpPr>
            <a:spLocks noGrp="1"/>
          </p:cNvSpPr>
          <p:nvPr>
            <p:ph type="body" sz="quarter" idx="11" hasCustomPrompt="1"/>
          </p:nvPr>
        </p:nvSpPr>
        <p:spPr>
          <a:xfrm>
            <a:off x="914400" y="1399032"/>
            <a:ext cx="10369296" cy="276999"/>
          </a:xfrm>
        </p:spPr>
        <p:txBody>
          <a:bodyPr anchor="t" anchorCtr="0">
            <a:spAutoFit/>
          </a:bodyPr>
          <a:lstStyle>
            <a:lvl1pPr marL="0" indent="0">
              <a:spcBef>
                <a:spcPts val="0"/>
              </a:spcBef>
              <a:spcAft>
                <a:spcPts val="0"/>
              </a:spcAft>
              <a:buNone/>
              <a:defRPr sz="1800">
                <a:solidFill>
                  <a:srgbClr val="C3E3F7"/>
                </a:solidFill>
              </a:defRPr>
            </a:lvl1pPr>
            <a:lvl2pPr marL="0" indent="0">
              <a:buNone/>
              <a:defRPr sz="1400"/>
            </a:lvl2pPr>
            <a:lvl3pPr marL="0" indent="0">
              <a:buNone/>
              <a:defRPr sz="1400"/>
            </a:lvl3pPr>
            <a:lvl4pPr marL="0" indent="0">
              <a:buNone/>
              <a:defRPr sz="1400"/>
            </a:lvl4pPr>
            <a:lvl5pPr marL="0" indent="0">
              <a:buNone/>
              <a:defRPr sz="1400"/>
            </a:lvl5pPr>
          </a:lstStyle>
          <a:p>
            <a:pPr lvl="0"/>
            <a:r>
              <a:rPr lang="en-US"/>
              <a:t>Click to Edit Subtitle (optional)</a:t>
            </a:r>
          </a:p>
        </p:txBody>
      </p:sp>
      <p:sp>
        <p:nvSpPr>
          <p:cNvPr id="11" name="Content Placeholder 10"/>
          <p:cNvSpPr>
            <a:spLocks noGrp="1"/>
          </p:cNvSpPr>
          <p:nvPr>
            <p:ph sz="quarter" idx="12" hasCustomPrompt="1"/>
          </p:nvPr>
        </p:nvSpPr>
        <p:spPr>
          <a:xfrm>
            <a:off x="914400" y="2057400"/>
            <a:ext cx="10369296" cy="3427413"/>
          </a:xfrm>
        </p:spPr>
        <p:txBody>
          <a:bodyPr/>
          <a:lstStyle/>
          <a:p>
            <a:pPr lvl="0"/>
            <a:r>
              <a:rPr lang="en-US"/>
              <a:t>Click to Edit Text</a:t>
            </a:r>
          </a:p>
          <a:p>
            <a:pPr lvl="1"/>
            <a:r>
              <a:rPr lang="en-US"/>
              <a:t>Second level</a:t>
            </a:r>
          </a:p>
          <a:p>
            <a:pPr lvl="2"/>
            <a:r>
              <a:rPr lang="en-US"/>
              <a:t>Third level</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7ED8B04-C4C3-48B5-8846-47E9477090E5}"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Tagl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914400"/>
            <a:ext cx="10369296" cy="457200"/>
          </a:xfrm>
          <a:noFill/>
        </p:spPr>
        <p:txBody>
          <a:bodyPr vert="horz" wrap="square" lIns="0" tIns="0" rIns="0" bIns="0" rtlCol="0" anchor="b">
            <a:spAutoFit/>
          </a:bodyPr>
          <a:lstStyle>
            <a:lvl1pPr>
              <a:defRPr lang="en-US" b="0" dirty="0"/>
            </a:lvl1pPr>
          </a:lstStyle>
          <a:p>
            <a:pPr lvl="0"/>
            <a:r>
              <a:rPr lang="en-US"/>
              <a:t>Click to Edit Title</a:t>
            </a:r>
          </a:p>
        </p:txBody>
      </p:sp>
      <p:sp>
        <p:nvSpPr>
          <p:cNvPr id="4" name="Content Placeholder 3"/>
          <p:cNvSpPr>
            <a:spLocks noGrp="1"/>
          </p:cNvSpPr>
          <p:nvPr>
            <p:ph sz="half" idx="2" hasCustomPrompt="1"/>
          </p:nvPr>
        </p:nvSpPr>
        <p:spPr>
          <a:xfrm>
            <a:off x="914400" y="2057400"/>
            <a:ext cx="10369296" cy="3429000"/>
          </a:xfrm>
        </p:spPr>
        <p:txBody>
          <a:bodyPr/>
          <a:lstStyle>
            <a:lvl1pPr>
              <a:lnSpc>
                <a:spcPct val="100000"/>
              </a:lnSpc>
              <a:defRPr sz="2000"/>
            </a:lvl1pPr>
            <a:lvl2pPr>
              <a:lnSpc>
                <a:spcPct val="100000"/>
              </a:lnSpc>
              <a:defRPr sz="1800"/>
            </a:lvl2pPr>
            <a:lvl3pPr>
              <a:lnSpc>
                <a:spcPct val="100000"/>
              </a:lnSpc>
              <a:defRPr sz="1600"/>
            </a:lvl3pPr>
            <a:lvl4pPr>
              <a:defRPr sz="1400"/>
            </a:lvl4pPr>
            <a:lvl5pPr>
              <a:lnSpc>
                <a:spcPts val="1800"/>
              </a:lnSpc>
              <a:defRPr sz="1400"/>
            </a:lvl5pPr>
            <a:lvl6pPr>
              <a:defRPr sz="1600"/>
            </a:lvl6pPr>
            <a:lvl7pPr>
              <a:defRPr sz="1600"/>
            </a:lvl7pPr>
            <a:lvl8pPr>
              <a:defRPr sz="1600"/>
            </a:lvl8pPr>
            <a:lvl9pPr>
              <a:defRPr sz="1600"/>
            </a:lvl9pPr>
          </a:lstStyle>
          <a:p>
            <a:pPr lvl="0"/>
            <a:r>
              <a:rPr lang="en-US"/>
              <a:t>Click to Edit Text</a:t>
            </a:r>
          </a:p>
          <a:p>
            <a:pPr lvl="1"/>
            <a:r>
              <a:rPr lang="en-US"/>
              <a:t>Second level</a:t>
            </a:r>
          </a:p>
          <a:p>
            <a:pPr lvl="2"/>
            <a:r>
              <a:rPr lang="en-US"/>
              <a:t>Third level</a:t>
            </a:r>
          </a:p>
        </p:txBody>
      </p:sp>
      <p:sp>
        <p:nvSpPr>
          <p:cNvPr id="7" name="Text Placeholder 6"/>
          <p:cNvSpPr>
            <a:spLocks noGrp="1"/>
          </p:cNvSpPr>
          <p:nvPr>
            <p:ph type="body" sz="quarter" idx="14" hasCustomPrompt="1"/>
          </p:nvPr>
        </p:nvSpPr>
        <p:spPr>
          <a:xfrm>
            <a:off x="914400" y="6177085"/>
            <a:ext cx="10599358" cy="215444"/>
          </a:xfrm>
        </p:spPr>
        <p:txBody>
          <a:bodyPr wrap="square" anchor="b">
            <a:spAutoFit/>
          </a:bodyPr>
          <a:lstStyle>
            <a:lvl1pPr marL="0" marR="0" indent="0" algn="r" defTabSz="457200" rtl="0" eaLnBrk="1" fontAlgn="auto" latinLnBrk="0" hangingPunct="1">
              <a:lnSpc>
                <a:spcPct val="100000"/>
              </a:lnSpc>
              <a:spcBef>
                <a:spcPts val="0"/>
              </a:spcBef>
              <a:spcAft>
                <a:spcPts val="0"/>
              </a:spcAft>
              <a:buClr>
                <a:schemeClr val="tx1">
                  <a:lumMod val="65000"/>
                </a:schemeClr>
              </a:buClr>
              <a:buSzPts val="1100"/>
              <a:buFont typeface="Arial"/>
              <a:buNone/>
              <a:tabLst/>
              <a:defRPr lang="en-US" sz="1400" b="0" i="1" kern="1200" baseline="0" dirty="0" smtClean="0">
                <a:solidFill>
                  <a:schemeClr val="tx2"/>
                </a:solidFill>
                <a:latin typeface="+mn-lt"/>
                <a:ea typeface="+mn-ea"/>
                <a:cs typeface="Arial"/>
              </a:defRPr>
            </a:lvl1pPr>
          </a:lstStyle>
          <a:p>
            <a:pPr lvl="0"/>
            <a:r>
              <a:rPr lang="en-US"/>
              <a:t>Click to Edit Tagline (optional)</a:t>
            </a:r>
          </a:p>
        </p:txBody>
      </p:sp>
      <p:sp>
        <p:nvSpPr>
          <p:cNvPr id="5" name="Date Placeholder 3"/>
          <p:cNvSpPr>
            <a:spLocks noGrp="1"/>
          </p:cNvSpPr>
          <p:nvPr>
            <p:ph type="dt" sz="half" idx="15"/>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E0E6D8-D207-436E-8269-FD09358A131F}"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8"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 Content and Tagllin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914400" y="914400"/>
            <a:ext cx="10369296" cy="457200"/>
          </a:xfrm>
        </p:spPr>
        <p:txBody>
          <a:bodyPr/>
          <a:lstStyle>
            <a:lvl1pPr>
              <a:defRPr b="0"/>
            </a:lvl1pPr>
          </a:lstStyle>
          <a:p>
            <a:r>
              <a:rPr lang="en-US"/>
              <a:t>Click to Edit Title</a:t>
            </a:r>
          </a:p>
        </p:txBody>
      </p:sp>
      <p:sp>
        <p:nvSpPr>
          <p:cNvPr id="9" name="Content Placeholder 21"/>
          <p:cNvSpPr>
            <a:spLocks noGrp="1"/>
          </p:cNvSpPr>
          <p:nvPr>
            <p:ph sz="quarter" idx="18" hasCustomPrompt="1"/>
          </p:nvPr>
        </p:nvSpPr>
        <p:spPr>
          <a:xfrm>
            <a:off x="914400" y="2057400"/>
            <a:ext cx="10369296" cy="3429000"/>
          </a:xfrm>
        </p:spPr>
        <p:txBody>
          <a:bodyPr/>
          <a:lstStyle/>
          <a:p>
            <a:pPr lvl="0"/>
            <a:r>
              <a:rPr lang="en-US"/>
              <a:t>Click to Edit Text</a:t>
            </a:r>
          </a:p>
          <a:p>
            <a:pPr lvl="1"/>
            <a:r>
              <a:rPr lang="en-US"/>
              <a:t>Second level</a:t>
            </a:r>
          </a:p>
          <a:p>
            <a:pPr lvl="2"/>
            <a:r>
              <a:rPr lang="en-US"/>
              <a:t>Third level</a:t>
            </a:r>
          </a:p>
        </p:txBody>
      </p:sp>
      <p:sp>
        <p:nvSpPr>
          <p:cNvPr id="4" name="TextBox 3"/>
          <p:cNvSpPr txBox="1"/>
          <p:nvPr/>
        </p:nvSpPr>
        <p:spPr>
          <a:xfrm>
            <a:off x="11776409" y="1514615"/>
            <a:ext cx="1219201" cy="914400"/>
          </a:xfrm>
          <a:prstGeom prst="rect">
            <a:avLst/>
          </a:prstGeom>
          <a:noFill/>
          <a:effectLst/>
        </p:spPr>
        <p:txBody>
          <a:bodyPr wrap="none" lIns="0" tIns="0" rIns="0" bIns="0" rtlCol="0">
            <a:noAutofit/>
          </a:bodyPr>
          <a:lstStyle/>
          <a:p>
            <a:pPr algn="l" eaLnBrk="0" hangingPunct="0">
              <a:lnSpc>
                <a:spcPts val="1800"/>
              </a:lnSpc>
            </a:pPr>
            <a:endParaRPr lang="en-US" sz="1400" b="1">
              <a:ea typeface="+mn-ea"/>
              <a:cs typeface="+mn-cs"/>
            </a:endParaRPr>
          </a:p>
        </p:txBody>
      </p:sp>
      <p:sp>
        <p:nvSpPr>
          <p:cNvPr id="10" name="Text Placeholder 9"/>
          <p:cNvSpPr>
            <a:spLocks noGrp="1"/>
          </p:cNvSpPr>
          <p:nvPr>
            <p:ph type="body" sz="quarter" idx="16" hasCustomPrompt="1"/>
          </p:nvPr>
        </p:nvSpPr>
        <p:spPr>
          <a:xfrm>
            <a:off x="914400" y="1399031"/>
            <a:ext cx="10369296" cy="276999"/>
          </a:xfrm>
        </p:spPr>
        <p:txBody>
          <a:bodyPr vert="horz" wrap="square" lIns="0" tIns="0" rIns="0" bIns="0" rtlCol="0" anchor="t">
            <a:spAutoFit/>
          </a:bodyPr>
          <a:lstStyle>
            <a:lvl1pPr marL="0" indent="0" algn="l" defTabSz="457200" rtl="0" eaLnBrk="1" latinLnBrk="0" hangingPunct="1">
              <a:lnSpc>
                <a:spcPct val="100000"/>
              </a:lnSpc>
              <a:spcBef>
                <a:spcPct val="0"/>
              </a:spcBef>
              <a:spcAft>
                <a:spcPts val="0"/>
              </a:spcAft>
              <a:buNone/>
              <a:defRPr lang="en-US" sz="1800" b="0" kern="1200" dirty="0" smtClean="0">
                <a:solidFill>
                  <a:srgbClr val="C3E3F7"/>
                </a:solidFill>
                <a:latin typeface="+mj-lt"/>
                <a:ea typeface="+mj-ea"/>
                <a:cs typeface="Arial"/>
              </a:defRPr>
            </a:lvl1pPr>
            <a:lvl2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2pPr>
            <a:lvl3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3pPr>
            <a:lvl4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4pPr>
            <a:lvl5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5pPr>
          </a:lstStyle>
          <a:p>
            <a:pPr lvl="0"/>
            <a:r>
              <a:rPr lang="en-US"/>
              <a:t>Click to Edit Subtitle (optional)</a:t>
            </a:r>
          </a:p>
        </p:txBody>
      </p:sp>
      <p:sp>
        <p:nvSpPr>
          <p:cNvPr id="12" name="Text Placeholder 25"/>
          <p:cNvSpPr>
            <a:spLocks noGrp="1"/>
          </p:cNvSpPr>
          <p:nvPr>
            <p:ph type="body" sz="quarter" idx="20" hasCustomPrompt="1"/>
          </p:nvPr>
        </p:nvSpPr>
        <p:spPr>
          <a:xfrm>
            <a:off x="914400" y="6185356"/>
            <a:ext cx="10597896" cy="215444"/>
          </a:xfrm>
        </p:spPr>
        <p:txBody>
          <a:bodyPr wrap="square" anchor="b">
            <a:spAutoFit/>
          </a:bodyPr>
          <a:lstStyle>
            <a:lvl1pPr marL="0" indent="0" algn="r">
              <a:spcBef>
                <a:spcPts val="0"/>
              </a:spcBef>
              <a:spcAft>
                <a:spcPts val="0"/>
              </a:spcAft>
              <a:buNone/>
              <a:defRPr sz="1400" b="0" i="1" baseline="0">
                <a:solidFill>
                  <a:schemeClr val="tx2"/>
                </a:solidFill>
              </a:defRPr>
            </a:lvl1pPr>
            <a:lvl2pPr marL="0" indent="0" algn="r">
              <a:buNone/>
              <a:defRPr sz="1600"/>
            </a:lvl2pPr>
            <a:lvl3pPr marL="0" indent="0" algn="r">
              <a:buNone/>
              <a:defRPr sz="1600"/>
            </a:lvl3pPr>
            <a:lvl4pPr marL="0" indent="0" algn="r">
              <a:buNone/>
              <a:defRPr sz="1600"/>
            </a:lvl4pPr>
            <a:lvl5pPr marL="0" indent="0" algn="r">
              <a:buNone/>
              <a:defRPr sz="1600"/>
            </a:lvl5pPr>
          </a:lstStyle>
          <a:p>
            <a:pPr lvl="0"/>
            <a:r>
              <a:rPr lang="en-US"/>
              <a:t>Click to Edit Tagline (optional)</a:t>
            </a:r>
          </a:p>
        </p:txBody>
      </p:sp>
      <p:sp>
        <p:nvSpPr>
          <p:cNvPr id="8" name="TextBox 7"/>
          <p:cNvSpPr txBox="1"/>
          <p:nvPr/>
        </p:nvSpPr>
        <p:spPr>
          <a:xfrm>
            <a:off x="11776409" y="1514615"/>
            <a:ext cx="1219201" cy="914400"/>
          </a:xfrm>
          <a:prstGeom prst="rect">
            <a:avLst/>
          </a:prstGeom>
          <a:noFill/>
          <a:effectLst/>
        </p:spPr>
        <p:txBody>
          <a:bodyPr wrap="none" lIns="0" tIns="0" rIns="0" bIns="0" rtlCol="0">
            <a:noAutofit/>
          </a:bodyPr>
          <a:lstStyle/>
          <a:p>
            <a:pPr algn="l" eaLnBrk="0" hangingPunct="0">
              <a:lnSpc>
                <a:spcPts val="1800"/>
              </a:lnSpc>
            </a:pPr>
            <a:endParaRPr lang="en-US" sz="1400" b="1">
              <a:ea typeface="+mn-ea"/>
              <a:cs typeface="+mn-cs"/>
            </a:endParaRPr>
          </a:p>
        </p:txBody>
      </p:sp>
      <p:sp>
        <p:nvSpPr>
          <p:cNvPr id="11"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078F45E-6B02-4190-AD2E-A2EF2DB8663D}" type="datetime1">
              <a:rPr lang="en-US" smtClean="0"/>
              <a:t>12/3/2025</a:t>
            </a:fld>
            <a:endParaRPr lang="en-US"/>
          </a:p>
        </p:txBody>
      </p:sp>
      <p:sp>
        <p:nvSpPr>
          <p:cNvPr id="13"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14"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86547399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75000">
              <a:srgbClr val="0C4799"/>
            </a:gs>
            <a:gs pos="10000">
              <a:srgbClr val="008BDD"/>
            </a:gs>
          </a:gsLst>
          <a:lin ang="81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0"/>
            </a:lvl1pPr>
          </a:lstStyle>
          <a:p>
            <a:r>
              <a:rPr lang="en-US"/>
              <a:t>Click to Edit Title</a:t>
            </a:r>
          </a:p>
        </p:txBody>
      </p:sp>
      <p:sp>
        <p:nvSpPr>
          <p:cNvPr id="3"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4A6D247-908D-41CC-8DB9-24DADCFF4100}" type="datetime1">
              <a:rPr lang="en-US" smtClean="0"/>
              <a:t>12/3/2025</a:t>
            </a:fld>
            <a:endParaRPr lang="en-US"/>
          </a:p>
        </p:txBody>
      </p:sp>
      <p:sp>
        <p:nvSpPr>
          <p:cNvPr id="4"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5"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without Graphic (center justifi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b="0"/>
            </a:lvl1pPr>
          </a:lstStyle>
          <a:p>
            <a:r>
              <a:rPr lang="en-US"/>
              <a:t>Click to Edit Title</a:t>
            </a:r>
          </a:p>
        </p:txBody>
      </p:sp>
      <p:sp>
        <p:nvSpPr>
          <p:cNvPr id="3"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F1243A5-612D-4A88-8345-F27BC649EE62}" type="datetime1">
              <a:rPr lang="en-US" smtClean="0"/>
              <a:t>12/3/2025</a:t>
            </a:fld>
            <a:endParaRPr lang="en-US"/>
          </a:p>
        </p:txBody>
      </p:sp>
      <p:sp>
        <p:nvSpPr>
          <p:cNvPr id="4"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5"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202A8BE-DFC4-41C6-8665-D1A2213E775A}" type="datetime1">
              <a:rPr lang="en-US" smtClean="0"/>
              <a:t>12/3/2025</a:t>
            </a:fld>
            <a:endParaRPr lang="en-US"/>
          </a:p>
        </p:txBody>
      </p:sp>
      <p:sp>
        <p:nvSpPr>
          <p:cNvPr id="3"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4"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gradFill flip="none" rotWithShape="1">
          <a:gsLst>
            <a:gs pos="55000">
              <a:srgbClr val="064D9E"/>
            </a:gs>
            <a:gs pos="38000">
              <a:srgbClr val="064D9E"/>
            </a:gs>
            <a:gs pos="100000">
              <a:srgbClr val="002859"/>
            </a:gs>
            <a:gs pos="0">
              <a:srgbClr val="002859"/>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14401" y="3512743"/>
            <a:ext cx="8683722" cy="338554"/>
          </a:xfrm>
          <a:noFill/>
        </p:spPr>
        <p:txBody>
          <a:bodyPr wrap="square" anchor="t">
            <a:spAutoFit/>
          </a:bodyPr>
          <a:lstStyle>
            <a:lvl1pPr marL="0" indent="0" algn="l">
              <a:lnSpc>
                <a:spcPct val="100000"/>
              </a:lnSpc>
              <a:spcBef>
                <a:spcPts val="0"/>
              </a:spcBef>
              <a:spcAft>
                <a:spcPts val="0"/>
              </a:spcAft>
              <a:buNone/>
              <a:defRPr sz="2200" b="0">
                <a:solidFill>
                  <a:srgbClr val="C3E3F7"/>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Presenter(s)</a:t>
            </a:r>
          </a:p>
        </p:txBody>
      </p:sp>
      <p:sp>
        <p:nvSpPr>
          <p:cNvPr id="2" name="Title 1"/>
          <p:cNvSpPr>
            <a:spLocks noGrp="1"/>
          </p:cNvSpPr>
          <p:nvPr>
            <p:ph type="title" hasCustomPrompt="1"/>
          </p:nvPr>
        </p:nvSpPr>
        <p:spPr>
          <a:xfrm>
            <a:off x="914400" y="2732670"/>
            <a:ext cx="8683723" cy="738664"/>
          </a:xfrm>
        </p:spPr>
        <p:txBody>
          <a:bodyPr wrap="square" anchor="b">
            <a:spAutoFit/>
          </a:bodyPr>
          <a:lstStyle>
            <a:lvl1pPr algn="l" defTabSz="457200" rtl="0" eaLnBrk="1" latinLnBrk="0" hangingPunct="1">
              <a:lnSpc>
                <a:spcPct val="100000"/>
              </a:lnSpc>
              <a:spcBef>
                <a:spcPct val="0"/>
              </a:spcBef>
              <a:buNone/>
              <a:defRPr kumimoji="0" lang="en-US" sz="4800" b="0" i="0" kern="1200" cap="none" baseline="0">
                <a:solidFill>
                  <a:schemeClr val="tx1"/>
                </a:solidFill>
                <a:effectLst/>
                <a:latin typeface="+mj-lt"/>
                <a:ea typeface="+mj-ea"/>
                <a:cs typeface="Arial"/>
              </a:defRPr>
            </a:lvl1pPr>
          </a:lstStyle>
          <a:p>
            <a:r>
              <a:rPr kumimoji="0" lang="en-US"/>
              <a:t>Click to Edit Section Title</a:t>
            </a:r>
            <a:endParaRPr lang="en-US"/>
          </a:p>
        </p:txBody>
      </p:sp>
      <p:sp>
        <p:nvSpPr>
          <p:cNvPr id="7"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1274556-F42F-4872-8E1B-6DF0743BCBE1}" type="datetime1">
              <a:rPr lang="en-US" smtClean="0"/>
              <a:t>12/3/2025</a:t>
            </a:fld>
            <a:endParaRPr lang="en-US"/>
          </a:p>
        </p:txBody>
      </p:sp>
      <p:sp>
        <p:nvSpPr>
          <p:cNvPr id="9"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11"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926849955"/>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bg>
      <p:bgPr>
        <a:gradFill flip="none" rotWithShape="1">
          <a:gsLst>
            <a:gs pos="38000">
              <a:srgbClr val="064D9E"/>
            </a:gs>
            <a:gs pos="55000">
              <a:srgbClr val="064D9E"/>
            </a:gs>
            <a:gs pos="100000">
              <a:srgbClr val="002859"/>
            </a:gs>
            <a:gs pos="0">
              <a:srgbClr val="002859"/>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976872" y="3980828"/>
            <a:ext cx="4427728" cy="338554"/>
          </a:xfrm>
          <a:noFill/>
        </p:spPr>
        <p:txBody>
          <a:bodyPr wrap="square" anchor="t">
            <a:spAutoFit/>
          </a:bodyPr>
          <a:lstStyle>
            <a:lvl1pPr marL="0" indent="0" algn="l">
              <a:lnSpc>
                <a:spcPct val="100000"/>
              </a:lnSpc>
              <a:spcBef>
                <a:spcPts val="0"/>
              </a:spcBef>
              <a:spcAft>
                <a:spcPts val="0"/>
              </a:spcAft>
              <a:buNone/>
              <a:defRPr sz="2200" b="0">
                <a:solidFill>
                  <a:srgbClr val="C3E3F7"/>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Presenter(s)</a:t>
            </a:r>
          </a:p>
        </p:txBody>
      </p:sp>
      <p:sp>
        <p:nvSpPr>
          <p:cNvPr id="2" name="Title 1"/>
          <p:cNvSpPr>
            <a:spLocks noGrp="1"/>
          </p:cNvSpPr>
          <p:nvPr>
            <p:ph type="title" hasCustomPrompt="1"/>
          </p:nvPr>
        </p:nvSpPr>
        <p:spPr>
          <a:xfrm>
            <a:off x="6976872" y="2462092"/>
            <a:ext cx="4427728" cy="1477328"/>
          </a:xfrm>
        </p:spPr>
        <p:txBody>
          <a:bodyPr wrap="square" anchor="b">
            <a:spAutoFit/>
          </a:bodyPr>
          <a:lstStyle>
            <a:lvl1pPr algn="l" defTabSz="457200" rtl="0" eaLnBrk="1" latinLnBrk="0" hangingPunct="1">
              <a:lnSpc>
                <a:spcPct val="100000"/>
              </a:lnSpc>
              <a:spcBef>
                <a:spcPct val="0"/>
              </a:spcBef>
              <a:buNone/>
              <a:defRPr kumimoji="0" lang="en-US" sz="4800" b="0" i="0" kern="1200" cap="none" baseline="0">
                <a:solidFill>
                  <a:schemeClr val="tx1"/>
                </a:solidFill>
                <a:effectLst/>
                <a:latin typeface="+mj-lt"/>
                <a:ea typeface="+mj-ea"/>
                <a:cs typeface="Arial"/>
              </a:defRPr>
            </a:lvl1pPr>
          </a:lstStyle>
          <a:p>
            <a:r>
              <a:rPr kumimoji="0" lang="en-US"/>
              <a:t>Click to Edit Demo Title</a:t>
            </a:r>
            <a:endParaRPr lang="en-US"/>
          </a:p>
        </p:txBody>
      </p:sp>
      <p:sp>
        <p:nvSpPr>
          <p:cNvPr id="7"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AB2024B-6D19-457F-98CC-299CCAF7262F}" type="datetime1">
              <a:rPr lang="en-US" smtClean="0"/>
              <a:t>12/3/2025</a:t>
            </a:fld>
            <a:endParaRPr lang="en-US"/>
          </a:p>
        </p:txBody>
      </p:sp>
      <p:sp>
        <p:nvSpPr>
          <p:cNvPr id="9"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11"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
        <p:nvSpPr>
          <p:cNvPr id="8" name="Picture Placeholder 8">
            <a:extLst>
              <a:ext uri="{FF2B5EF4-FFF2-40B4-BE49-F238E27FC236}">
                <a16:creationId xmlns:a16="http://schemas.microsoft.com/office/drawing/2014/main" id="{A4DFB064-9EBB-CE43-A484-6B2123001EC1}"/>
              </a:ext>
            </a:extLst>
          </p:cNvPr>
          <p:cNvSpPr>
            <a:spLocks noGrp="1" noChangeAspect="1"/>
          </p:cNvSpPr>
          <p:nvPr>
            <p:ph type="pic" sz="quarter" idx="12" hasCustomPrompt="1"/>
          </p:nvPr>
        </p:nvSpPr>
        <p:spPr>
          <a:xfrm>
            <a:off x="684213" y="1757363"/>
            <a:ext cx="5943600" cy="3343275"/>
          </a:xfrm>
          <a:prstGeom prst="rect">
            <a:avLst/>
          </a:prstGeom>
          <a:solidFill>
            <a:schemeClr val="tx1"/>
          </a:solidFill>
          <a:ln>
            <a:noFill/>
          </a:ln>
        </p:spPr>
        <p:txBody>
          <a:bodyPr anchor="ctr"/>
          <a:lstStyle>
            <a:lvl1pPr marL="0" indent="0" algn="ctr">
              <a:buNone/>
              <a:defRPr sz="1800" baseline="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Click icon to insert Picture</a:t>
            </a:r>
          </a:p>
        </p:txBody>
      </p:sp>
    </p:spTree>
    <p:extLst>
      <p:ext uri="{BB962C8B-B14F-4D97-AF65-F5344CB8AC3E}">
        <p14:creationId xmlns:p14="http://schemas.microsoft.com/office/powerpoint/2010/main" val="2038196971"/>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IG wor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2304" y="1990427"/>
            <a:ext cx="10367433" cy="1477328"/>
          </a:xfrm>
        </p:spPr>
        <p:txBody>
          <a:bodyPr anchor="b"/>
          <a:lstStyle>
            <a:lvl1pPr>
              <a:spcAft>
                <a:spcPts val="0"/>
              </a:spcAft>
              <a:defRPr sz="9600" b="0" baseline="0">
                <a:solidFill>
                  <a:schemeClr val="tx1"/>
                </a:solidFill>
              </a:defRPr>
            </a:lvl1pPr>
          </a:lstStyle>
          <a:p>
            <a:r>
              <a:rPr lang="en-US"/>
              <a:t>BIG Word</a:t>
            </a:r>
          </a:p>
        </p:txBody>
      </p:sp>
      <p:sp>
        <p:nvSpPr>
          <p:cNvPr id="4" name="Text Placeholder 3"/>
          <p:cNvSpPr>
            <a:spLocks noGrp="1"/>
          </p:cNvSpPr>
          <p:nvPr>
            <p:ph type="body" sz="quarter" idx="10" hasCustomPrompt="1"/>
          </p:nvPr>
        </p:nvSpPr>
        <p:spPr>
          <a:xfrm>
            <a:off x="912304" y="3467761"/>
            <a:ext cx="10367433" cy="615553"/>
          </a:xfrm>
          <a:noFill/>
        </p:spPr>
        <p:txBody>
          <a:bodyPr vert="horz" wrap="square" lIns="0" tIns="0" rIns="0" bIns="0" rtlCol="0" anchor="t">
            <a:spAutoFit/>
          </a:bodyPr>
          <a:lstStyle>
            <a:lvl1pPr marL="0" indent="0">
              <a:spcAft>
                <a:spcPts val="0"/>
              </a:spcAft>
              <a:buFontTx/>
              <a:buNone/>
              <a:defRPr lang="en-US" sz="4000" b="0" baseline="0" smtClean="0">
                <a:solidFill>
                  <a:srgbClr val="C3E3F7"/>
                </a:solidFill>
                <a:latin typeface="+mj-lt"/>
                <a:ea typeface="+mj-ea"/>
              </a:defRPr>
            </a:lvl1pPr>
            <a:lvl2pPr>
              <a:defRPr lang="en-US" smtClean="0"/>
            </a:lvl2pPr>
            <a:lvl3pPr>
              <a:defRPr lang="en-US" smtClean="0"/>
            </a:lvl3pPr>
            <a:lvl4pPr>
              <a:defRPr lang="en-US" smtClean="0"/>
            </a:lvl4pPr>
            <a:lvl5pPr>
              <a:defRPr lang="en-US"/>
            </a:lvl5pPr>
          </a:lstStyle>
          <a:p>
            <a:pPr lvl="0">
              <a:spcBef>
                <a:spcPct val="0"/>
              </a:spcBef>
              <a:buNone/>
            </a:pPr>
            <a:r>
              <a:rPr lang="en-US"/>
              <a:t>Smaller word</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E98D80F-46EA-4D2D-B4E3-C3813F4952FF}"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19875250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2284" y="2625441"/>
            <a:ext cx="7315200" cy="461665"/>
          </a:xfrm>
        </p:spPr>
        <p:txBody>
          <a:bodyPr anchor="b"/>
          <a:lstStyle>
            <a:lvl1pPr>
              <a:spcAft>
                <a:spcPts val="0"/>
              </a:spcAft>
              <a:defRPr sz="3000" b="0" baseline="0">
                <a:solidFill>
                  <a:schemeClr val="tx1"/>
                </a:solidFill>
              </a:defRPr>
            </a:lvl1pPr>
          </a:lstStyle>
          <a:p>
            <a:r>
              <a:rPr lang="en-US"/>
              <a:t>“Quote”</a:t>
            </a:r>
          </a:p>
        </p:txBody>
      </p:sp>
      <p:sp>
        <p:nvSpPr>
          <p:cNvPr id="4" name="Text Placeholder 3"/>
          <p:cNvSpPr>
            <a:spLocks noGrp="1"/>
          </p:cNvSpPr>
          <p:nvPr>
            <p:ph type="body" sz="quarter" idx="10" hasCustomPrompt="1"/>
          </p:nvPr>
        </p:nvSpPr>
        <p:spPr>
          <a:xfrm>
            <a:off x="912284" y="3683197"/>
            <a:ext cx="7315200" cy="400110"/>
          </a:xfrm>
          <a:noFill/>
        </p:spPr>
        <p:txBody>
          <a:bodyPr vert="horz" wrap="square" lIns="0" tIns="0" rIns="0" bIns="0" rtlCol="0" anchor="t">
            <a:spAutoFit/>
          </a:bodyPr>
          <a:lstStyle>
            <a:lvl1pPr marL="0" indent="0" algn="r">
              <a:spcAft>
                <a:spcPts val="0"/>
              </a:spcAft>
              <a:buFontTx/>
              <a:buNone/>
              <a:defRPr lang="en-US" sz="2600" b="0" baseline="0" smtClean="0">
                <a:solidFill>
                  <a:srgbClr val="C3E3F7"/>
                </a:solidFill>
                <a:latin typeface="+mj-lt"/>
                <a:ea typeface="+mj-ea"/>
              </a:defRPr>
            </a:lvl1pPr>
            <a:lvl2pPr>
              <a:defRPr lang="en-US" smtClean="0"/>
            </a:lvl2pPr>
            <a:lvl3pPr>
              <a:defRPr lang="en-US" smtClean="0"/>
            </a:lvl3pPr>
            <a:lvl4pPr>
              <a:defRPr lang="en-US" smtClean="0"/>
            </a:lvl4pPr>
            <a:lvl5pPr>
              <a:defRPr lang="en-US"/>
            </a:lvl5pPr>
          </a:lstStyle>
          <a:p>
            <a:pPr lvl="0">
              <a:spcBef>
                <a:spcPct val="0"/>
              </a:spcBef>
            </a:pPr>
            <a:r>
              <a:rPr lang="en-US"/>
              <a:t>Name</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3C0FEFC-EF18-4F18-849F-D2AC4202B886}" type="datetime1">
              <a:rPr lang="en-US" smtClean="0"/>
              <a:t>12/3/2025</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741332608"/>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Esri">
    <p:bg>
      <p:bgPr>
        <a:gradFill flip="none" rotWithShape="1">
          <a:gsLst>
            <a:gs pos="0">
              <a:srgbClr val="002859"/>
            </a:gs>
            <a:gs pos="100000">
              <a:srgbClr val="002859"/>
            </a:gs>
            <a:gs pos="55000">
              <a:srgbClr val="064D9E"/>
            </a:gs>
            <a:gs pos="38000">
              <a:srgbClr val="064D9E"/>
            </a:gs>
          </a:gsLst>
          <a:lin ang="5400000" scaled="0"/>
          <a:tileRect/>
        </a:gradFill>
        <a:effectLst/>
      </p:bgPr>
    </p:bg>
    <p:spTree>
      <p:nvGrpSpPr>
        <p:cNvPr id="1" name=""/>
        <p:cNvGrpSpPr/>
        <p:nvPr/>
      </p:nvGrpSpPr>
      <p:grpSpPr>
        <a:xfrm>
          <a:off x="0" y="0"/>
          <a:ext cx="0" cy="0"/>
          <a:chOff x="0" y="0"/>
          <a:chExt cx="0" cy="0"/>
        </a:xfrm>
      </p:grpSpPr>
      <p:pic>
        <p:nvPicPr>
          <p:cNvPr id="3" name="Picture 2" descr="large Esri logo with The Science of Where tagline">
            <a:extLst>
              <a:ext uri="{FF2B5EF4-FFF2-40B4-BE49-F238E27FC236}">
                <a16:creationId xmlns:a16="http://schemas.microsoft.com/office/drawing/2014/main" id="{9496024E-64D0-4946-9D72-1637B8F523E6}"/>
              </a:ext>
            </a:extLst>
          </p:cNvPr>
          <p:cNvPicPr>
            <a:picLocks noChangeAspect="1"/>
          </p:cNvPicPr>
          <p:nvPr userDrawn="1"/>
        </p:nvPicPr>
        <p:blipFill>
          <a:blip r:embed="rId2"/>
          <a:stretch>
            <a:fillRect/>
          </a:stretch>
        </p:blipFill>
        <p:spPr>
          <a:xfrm>
            <a:off x="3059008" y="2489995"/>
            <a:ext cx="6073984" cy="1878011"/>
          </a:xfrm>
          <a:prstGeom prst="rect">
            <a:avLst/>
          </a:prstGeom>
        </p:spPr>
      </p:pic>
    </p:spTree>
    <p:extLst>
      <p:ext uri="{BB962C8B-B14F-4D97-AF65-F5344CB8AC3E}">
        <p14:creationId xmlns:p14="http://schemas.microsoft.com/office/powerpoint/2010/main" val="1726245688"/>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ngle Timeline">
    <p:spTree>
      <p:nvGrpSpPr>
        <p:cNvPr id="1" name=""/>
        <p:cNvGrpSpPr/>
        <p:nvPr/>
      </p:nvGrpSpPr>
      <p:grpSpPr>
        <a:xfrm>
          <a:off x="0" y="0"/>
          <a:ext cx="0" cy="0"/>
          <a:chOff x="0" y="0"/>
          <a:chExt cx="0" cy="0"/>
        </a:xfrm>
      </p:grpSpPr>
      <p:sp>
        <p:nvSpPr>
          <p:cNvPr id="18" name="Text Placeholder 48">
            <a:extLst>
              <a:ext uri="{FF2B5EF4-FFF2-40B4-BE49-F238E27FC236}">
                <a16:creationId xmlns:a16="http://schemas.microsoft.com/office/drawing/2014/main" id="{D127D48E-3E09-48C7-AB33-FBD643EFA52E}"/>
              </a:ext>
            </a:extLst>
          </p:cNvPr>
          <p:cNvSpPr>
            <a:spLocks noGrp="1"/>
          </p:cNvSpPr>
          <p:nvPr>
            <p:ph type="body" sz="quarter" idx="10" hasCustomPrompt="1"/>
          </p:nvPr>
        </p:nvSpPr>
        <p:spPr>
          <a:xfrm>
            <a:off x="1823914" y="4817717"/>
            <a:ext cx="1796396" cy="302186"/>
          </a:xfrm>
        </p:spPr>
        <p:txBody>
          <a:bodyPr>
            <a:noAutofit/>
          </a:bodyPr>
          <a:lstStyle>
            <a:lvl1pPr marL="0" indent="0">
              <a:buNone/>
              <a:defRPr sz="20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19" name="Text Placeholder 50">
            <a:extLst>
              <a:ext uri="{FF2B5EF4-FFF2-40B4-BE49-F238E27FC236}">
                <a16:creationId xmlns:a16="http://schemas.microsoft.com/office/drawing/2014/main" id="{A1B91BF4-B790-4F67-98EB-FE905527BFF8}"/>
              </a:ext>
            </a:extLst>
          </p:cNvPr>
          <p:cNvSpPr>
            <a:spLocks noGrp="1"/>
          </p:cNvSpPr>
          <p:nvPr>
            <p:ph type="body" sz="quarter" idx="11"/>
          </p:nvPr>
        </p:nvSpPr>
        <p:spPr>
          <a:xfrm>
            <a:off x="1823914"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0" name="Text Placeholder 48">
            <a:extLst>
              <a:ext uri="{FF2B5EF4-FFF2-40B4-BE49-F238E27FC236}">
                <a16:creationId xmlns:a16="http://schemas.microsoft.com/office/drawing/2014/main" id="{CCA5F33F-1634-427F-92BF-99A5ED52A4BA}"/>
              </a:ext>
            </a:extLst>
          </p:cNvPr>
          <p:cNvSpPr>
            <a:spLocks noGrp="1"/>
          </p:cNvSpPr>
          <p:nvPr>
            <p:ph type="body" sz="quarter" idx="12" hasCustomPrompt="1"/>
          </p:nvPr>
        </p:nvSpPr>
        <p:spPr>
          <a:xfrm>
            <a:off x="4134076" y="4817717"/>
            <a:ext cx="1796396" cy="302186"/>
          </a:xfrm>
        </p:spPr>
        <p:txBody>
          <a:bodyPr>
            <a:noAutofit/>
          </a:bodyPr>
          <a:lstStyle>
            <a:lvl1pPr marL="0" indent="0">
              <a:buNone/>
              <a:defRPr sz="20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1" name="Text Placeholder 50">
            <a:extLst>
              <a:ext uri="{FF2B5EF4-FFF2-40B4-BE49-F238E27FC236}">
                <a16:creationId xmlns:a16="http://schemas.microsoft.com/office/drawing/2014/main" id="{084F28D2-C99C-44DC-95CF-A18847F3B61F}"/>
              </a:ext>
            </a:extLst>
          </p:cNvPr>
          <p:cNvSpPr>
            <a:spLocks noGrp="1"/>
          </p:cNvSpPr>
          <p:nvPr>
            <p:ph type="body" sz="quarter" idx="13"/>
          </p:nvPr>
        </p:nvSpPr>
        <p:spPr>
          <a:xfrm>
            <a:off x="4134076"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2" name="Text Placeholder 48">
            <a:extLst>
              <a:ext uri="{FF2B5EF4-FFF2-40B4-BE49-F238E27FC236}">
                <a16:creationId xmlns:a16="http://schemas.microsoft.com/office/drawing/2014/main" id="{2402522A-E098-4FB5-B454-D6FC98D90CFE}"/>
              </a:ext>
            </a:extLst>
          </p:cNvPr>
          <p:cNvSpPr>
            <a:spLocks noGrp="1"/>
          </p:cNvSpPr>
          <p:nvPr>
            <p:ph type="body" sz="quarter" idx="14" hasCustomPrompt="1"/>
          </p:nvPr>
        </p:nvSpPr>
        <p:spPr>
          <a:xfrm>
            <a:off x="6444238" y="4817717"/>
            <a:ext cx="1796396" cy="302186"/>
          </a:xfrm>
        </p:spPr>
        <p:txBody>
          <a:bodyPr>
            <a:noAutofit/>
          </a:bodyPr>
          <a:lstStyle>
            <a:lvl1pPr marL="0" indent="0">
              <a:buNone/>
              <a:defRPr sz="20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3" name="Text Placeholder 50">
            <a:extLst>
              <a:ext uri="{FF2B5EF4-FFF2-40B4-BE49-F238E27FC236}">
                <a16:creationId xmlns:a16="http://schemas.microsoft.com/office/drawing/2014/main" id="{18CF51EA-CDE2-4AA1-83CB-9DC6E212C336}"/>
              </a:ext>
            </a:extLst>
          </p:cNvPr>
          <p:cNvSpPr>
            <a:spLocks noGrp="1"/>
          </p:cNvSpPr>
          <p:nvPr>
            <p:ph type="body" sz="quarter" idx="15"/>
          </p:nvPr>
        </p:nvSpPr>
        <p:spPr>
          <a:xfrm>
            <a:off x="6444238"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4" name="Text Placeholder 48">
            <a:extLst>
              <a:ext uri="{FF2B5EF4-FFF2-40B4-BE49-F238E27FC236}">
                <a16:creationId xmlns:a16="http://schemas.microsoft.com/office/drawing/2014/main" id="{FE2BFCE7-D8D1-42B7-97F2-78B1D2CB5F8F}"/>
              </a:ext>
            </a:extLst>
          </p:cNvPr>
          <p:cNvSpPr>
            <a:spLocks noGrp="1"/>
          </p:cNvSpPr>
          <p:nvPr>
            <p:ph type="body" sz="quarter" idx="16" hasCustomPrompt="1"/>
          </p:nvPr>
        </p:nvSpPr>
        <p:spPr>
          <a:xfrm>
            <a:off x="8754400" y="4817717"/>
            <a:ext cx="1796396" cy="302186"/>
          </a:xfrm>
        </p:spPr>
        <p:txBody>
          <a:bodyPr>
            <a:noAutofit/>
          </a:bodyPr>
          <a:lstStyle>
            <a:lvl1pPr marL="0" indent="0">
              <a:buNone/>
              <a:defRPr sz="20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25" name="Text Placeholder 50">
            <a:extLst>
              <a:ext uri="{FF2B5EF4-FFF2-40B4-BE49-F238E27FC236}">
                <a16:creationId xmlns:a16="http://schemas.microsoft.com/office/drawing/2014/main" id="{0C4E8DE7-5691-4470-BC2C-F9F6532248C2}"/>
              </a:ext>
            </a:extLst>
          </p:cNvPr>
          <p:cNvSpPr>
            <a:spLocks noGrp="1"/>
          </p:cNvSpPr>
          <p:nvPr>
            <p:ph type="body" sz="quarter" idx="17"/>
          </p:nvPr>
        </p:nvSpPr>
        <p:spPr>
          <a:xfrm>
            <a:off x="8754400"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4" name="Title 3">
            <a:extLst>
              <a:ext uri="{FF2B5EF4-FFF2-40B4-BE49-F238E27FC236}">
                <a16:creationId xmlns:a16="http://schemas.microsoft.com/office/drawing/2014/main" id="{AFBC6ED5-DBEC-4BA5-9BFE-9A5E0ED8D8C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953896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ouble Timeline">
    <p:spTree>
      <p:nvGrpSpPr>
        <p:cNvPr id="1" name=""/>
        <p:cNvGrpSpPr/>
        <p:nvPr/>
      </p:nvGrpSpPr>
      <p:grpSpPr>
        <a:xfrm>
          <a:off x="0" y="0"/>
          <a:ext cx="0" cy="0"/>
          <a:chOff x="0" y="0"/>
          <a:chExt cx="0" cy="0"/>
        </a:xfrm>
      </p:grpSpPr>
      <p:sp>
        <p:nvSpPr>
          <p:cNvPr id="34" name="Text Placeholder 48">
            <a:extLst>
              <a:ext uri="{FF2B5EF4-FFF2-40B4-BE49-F238E27FC236}">
                <a16:creationId xmlns:a16="http://schemas.microsoft.com/office/drawing/2014/main" id="{C6E48CAB-F1C0-4E71-9686-C02A967E923F}"/>
              </a:ext>
            </a:extLst>
          </p:cNvPr>
          <p:cNvSpPr>
            <a:spLocks noGrp="1"/>
          </p:cNvSpPr>
          <p:nvPr>
            <p:ph type="body" sz="quarter" idx="10" hasCustomPrompt="1"/>
          </p:nvPr>
        </p:nvSpPr>
        <p:spPr>
          <a:xfrm>
            <a:off x="456182" y="4014522"/>
            <a:ext cx="1182118"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35" name="Text Placeholder 50">
            <a:extLst>
              <a:ext uri="{FF2B5EF4-FFF2-40B4-BE49-F238E27FC236}">
                <a16:creationId xmlns:a16="http://schemas.microsoft.com/office/drawing/2014/main" id="{7C226081-D459-4A68-9B23-0C804E6A639C}"/>
              </a:ext>
            </a:extLst>
          </p:cNvPr>
          <p:cNvSpPr>
            <a:spLocks noGrp="1"/>
          </p:cNvSpPr>
          <p:nvPr>
            <p:ph type="body" sz="quarter" idx="11"/>
          </p:nvPr>
        </p:nvSpPr>
        <p:spPr>
          <a:xfrm>
            <a:off x="45618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0" name="Text Placeholder 48">
            <a:extLst>
              <a:ext uri="{FF2B5EF4-FFF2-40B4-BE49-F238E27FC236}">
                <a16:creationId xmlns:a16="http://schemas.microsoft.com/office/drawing/2014/main" id="{C32AE455-05F0-44FA-98C4-73D9C60DF896}"/>
              </a:ext>
            </a:extLst>
          </p:cNvPr>
          <p:cNvSpPr>
            <a:spLocks noGrp="1"/>
          </p:cNvSpPr>
          <p:nvPr>
            <p:ph type="body" sz="quarter" idx="32" hasCustomPrompt="1"/>
          </p:nvPr>
        </p:nvSpPr>
        <p:spPr>
          <a:xfrm>
            <a:off x="1839103" y="4014522"/>
            <a:ext cx="1208897"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1" name="Text Placeholder 50">
            <a:extLst>
              <a:ext uri="{FF2B5EF4-FFF2-40B4-BE49-F238E27FC236}">
                <a16:creationId xmlns:a16="http://schemas.microsoft.com/office/drawing/2014/main" id="{3C3FB663-073E-458E-A31A-B15112A0D377}"/>
              </a:ext>
            </a:extLst>
          </p:cNvPr>
          <p:cNvSpPr>
            <a:spLocks noGrp="1"/>
          </p:cNvSpPr>
          <p:nvPr>
            <p:ph type="body" sz="quarter" idx="33"/>
          </p:nvPr>
        </p:nvSpPr>
        <p:spPr>
          <a:xfrm>
            <a:off x="1839103"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2" name="Text Placeholder 48">
            <a:extLst>
              <a:ext uri="{FF2B5EF4-FFF2-40B4-BE49-F238E27FC236}">
                <a16:creationId xmlns:a16="http://schemas.microsoft.com/office/drawing/2014/main" id="{91332113-C9A3-4B1F-A973-C30104497DCE}"/>
              </a:ext>
            </a:extLst>
          </p:cNvPr>
          <p:cNvSpPr>
            <a:spLocks noGrp="1"/>
          </p:cNvSpPr>
          <p:nvPr>
            <p:ph type="body" sz="quarter" idx="34" hasCustomPrompt="1"/>
          </p:nvPr>
        </p:nvSpPr>
        <p:spPr>
          <a:xfrm>
            <a:off x="3222024" y="4014522"/>
            <a:ext cx="1181099"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3" name="Text Placeholder 50">
            <a:extLst>
              <a:ext uri="{FF2B5EF4-FFF2-40B4-BE49-F238E27FC236}">
                <a16:creationId xmlns:a16="http://schemas.microsoft.com/office/drawing/2014/main" id="{CDAC2DE8-0B23-47D4-A121-018184C5D2BD}"/>
              </a:ext>
            </a:extLst>
          </p:cNvPr>
          <p:cNvSpPr>
            <a:spLocks noGrp="1"/>
          </p:cNvSpPr>
          <p:nvPr>
            <p:ph type="body" sz="quarter" idx="35"/>
          </p:nvPr>
        </p:nvSpPr>
        <p:spPr>
          <a:xfrm>
            <a:off x="322202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4" name="Text Placeholder 48">
            <a:extLst>
              <a:ext uri="{FF2B5EF4-FFF2-40B4-BE49-F238E27FC236}">
                <a16:creationId xmlns:a16="http://schemas.microsoft.com/office/drawing/2014/main" id="{AE8613EE-32F0-4251-809B-6B9907E226CF}"/>
              </a:ext>
            </a:extLst>
          </p:cNvPr>
          <p:cNvSpPr>
            <a:spLocks noGrp="1"/>
          </p:cNvSpPr>
          <p:nvPr>
            <p:ph type="body" sz="quarter" idx="36" hasCustomPrompt="1"/>
          </p:nvPr>
        </p:nvSpPr>
        <p:spPr>
          <a:xfrm>
            <a:off x="4604944" y="4014522"/>
            <a:ext cx="1181099"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5" name="Text Placeholder 50">
            <a:extLst>
              <a:ext uri="{FF2B5EF4-FFF2-40B4-BE49-F238E27FC236}">
                <a16:creationId xmlns:a16="http://schemas.microsoft.com/office/drawing/2014/main" id="{6E9683DA-61F6-48A0-9453-C03FB9794010}"/>
              </a:ext>
            </a:extLst>
          </p:cNvPr>
          <p:cNvSpPr>
            <a:spLocks noGrp="1"/>
          </p:cNvSpPr>
          <p:nvPr>
            <p:ph type="body" sz="quarter" idx="37"/>
          </p:nvPr>
        </p:nvSpPr>
        <p:spPr>
          <a:xfrm>
            <a:off x="4604944"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6" name="Text Placeholder 48">
            <a:extLst>
              <a:ext uri="{FF2B5EF4-FFF2-40B4-BE49-F238E27FC236}">
                <a16:creationId xmlns:a16="http://schemas.microsoft.com/office/drawing/2014/main" id="{53C09CD9-E6F6-4AA3-968A-491D1568E739}"/>
              </a:ext>
            </a:extLst>
          </p:cNvPr>
          <p:cNvSpPr>
            <a:spLocks noGrp="1"/>
          </p:cNvSpPr>
          <p:nvPr>
            <p:ph type="body" sz="quarter" idx="38" hasCustomPrompt="1"/>
          </p:nvPr>
        </p:nvSpPr>
        <p:spPr>
          <a:xfrm>
            <a:off x="6555230" y="4014522"/>
            <a:ext cx="1181099" cy="302186"/>
          </a:xfrm>
        </p:spPr>
        <p:txBody>
          <a:bodyPr lIns="0" rIns="0">
            <a:noAutofit/>
          </a:bodyPr>
          <a:lstStyle>
            <a:lvl1pPr marL="0" indent="0">
              <a:buNone/>
              <a:defRPr sz="16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7" name="Text Placeholder 50">
            <a:extLst>
              <a:ext uri="{FF2B5EF4-FFF2-40B4-BE49-F238E27FC236}">
                <a16:creationId xmlns:a16="http://schemas.microsoft.com/office/drawing/2014/main" id="{4457D5F2-D7AE-44A9-847A-D20086BCCC22}"/>
              </a:ext>
            </a:extLst>
          </p:cNvPr>
          <p:cNvSpPr>
            <a:spLocks noGrp="1"/>
          </p:cNvSpPr>
          <p:nvPr>
            <p:ph type="body" sz="quarter" idx="39"/>
          </p:nvPr>
        </p:nvSpPr>
        <p:spPr>
          <a:xfrm>
            <a:off x="6555230"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8" name="Text Placeholder 48">
            <a:extLst>
              <a:ext uri="{FF2B5EF4-FFF2-40B4-BE49-F238E27FC236}">
                <a16:creationId xmlns:a16="http://schemas.microsoft.com/office/drawing/2014/main" id="{4FBE8211-41BE-41C2-B826-94FD55BC0AA4}"/>
              </a:ext>
            </a:extLst>
          </p:cNvPr>
          <p:cNvSpPr>
            <a:spLocks noGrp="1"/>
          </p:cNvSpPr>
          <p:nvPr>
            <p:ph type="body" sz="quarter" idx="40" hasCustomPrompt="1"/>
          </p:nvPr>
        </p:nvSpPr>
        <p:spPr>
          <a:xfrm>
            <a:off x="7938151" y="4014522"/>
            <a:ext cx="1181098" cy="302186"/>
          </a:xfrm>
        </p:spPr>
        <p:txBody>
          <a:bodyPr lIns="0" rIns="0">
            <a:noAutofit/>
          </a:bodyPr>
          <a:lstStyle>
            <a:lvl1pPr marL="0" indent="0">
              <a:buNone/>
              <a:defRPr sz="16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59" name="Text Placeholder 50">
            <a:extLst>
              <a:ext uri="{FF2B5EF4-FFF2-40B4-BE49-F238E27FC236}">
                <a16:creationId xmlns:a16="http://schemas.microsoft.com/office/drawing/2014/main" id="{18C75666-F3E0-4AD7-8C05-FEFFEAE1D10C}"/>
              </a:ext>
            </a:extLst>
          </p:cNvPr>
          <p:cNvSpPr>
            <a:spLocks noGrp="1"/>
          </p:cNvSpPr>
          <p:nvPr>
            <p:ph type="body" sz="quarter" idx="41"/>
          </p:nvPr>
        </p:nvSpPr>
        <p:spPr>
          <a:xfrm>
            <a:off x="7938151"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0" name="Text Placeholder 48">
            <a:extLst>
              <a:ext uri="{FF2B5EF4-FFF2-40B4-BE49-F238E27FC236}">
                <a16:creationId xmlns:a16="http://schemas.microsoft.com/office/drawing/2014/main" id="{66478F13-D9B8-4439-9B08-804CD6848EB9}"/>
              </a:ext>
            </a:extLst>
          </p:cNvPr>
          <p:cNvSpPr>
            <a:spLocks noGrp="1"/>
          </p:cNvSpPr>
          <p:nvPr>
            <p:ph type="body" sz="quarter" idx="42" hasCustomPrompt="1"/>
          </p:nvPr>
        </p:nvSpPr>
        <p:spPr>
          <a:xfrm>
            <a:off x="9321072" y="4014522"/>
            <a:ext cx="1181098" cy="302186"/>
          </a:xfrm>
        </p:spPr>
        <p:txBody>
          <a:bodyPr lIns="0" rIns="0">
            <a:noAutofit/>
          </a:bodyPr>
          <a:lstStyle>
            <a:lvl1pPr marL="0" indent="0">
              <a:buNone/>
              <a:defRPr sz="16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1" name="Text Placeholder 50">
            <a:extLst>
              <a:ext uri="{FF2B5EF4-FFF2-40B4-BE49-F238E27FC236}">
                <a16:creationId xmlns:a16="http://schemas.microsoft.com/office/drawing/2014/main" id="{08844405-957A-4970-A2B6-D161FED665FF}"/>
              </a:ext>
            </a:extLst>
          </p:cNvPr>
          <p:cNvSpPr>
            <a:spLocks noGrp="1"/>
          </p:cNvSpPr>
          <p:nvPr>
            <p:ph type="body" sz="quarter" idx="43"/>
          </p:nvPr>
        </p:nvSpPr>
        <p:spPr>
          <a:xfrm>
            <a:off x="932107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2" name="Text Placeholder 48">
            <a:extLst>
              <a:ext uri="{FF2B5EF4-FFF2-40B4-BE49-F238E27FC236}">
                <a16:creationId xmlns:a16="http://schemas.microsoft.com/office/drawing/2014/main" id="{6F067D31-AE61-48F0-A497-1908DC77F086}"/>
              </a:ext>
            </a:extLst>
          </p:cNvPr>
          <p:cNvSpPr>
            <a:spLocks noGrp="1"/>
          </p:cNvSpPr>
          <p:nvPr>
            <p:ph type="body" sz="quarter" idx="44" hasCustomPrompt="1"/>
          </p:nvPr>
        </p:nvSpPr>
        <p:spPr>
          <a:xfrm>
            <a:off x="10703992" y="4014522"/>
            <a:ext cx="1181098" cy="302186"/>
          </a:xfrm>
        </p:spPr>
        <p:txBody>
          <a:bodyPr lIns="0" rIns="0">
            <a:noAutofit/>
          </a:bodyPr>
          <a:lstStyle>
            <a:lvl1pPr marL="0" indent="0">
              <a:buNone/>
              <a:defRPr sz="16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EDIT</a:t>
            </a:r>
          </a:p>
        </p:txBody>
      </p:sp>
      <p:sp>
        <p:nvSpPr>
          <p:cNvPr id="63" name="Text Placeholder 50">
            <a:extLst>
              <a:ext uri="{FF2B5EF4-FFF2-40B4-BE49-F238E27FC236}">
                <a16:creationId xmlns:a16="http://schemas.microsoft.com/office/drawing/2014/main" id="{5B4A526A-A40E-4B7D-94EC-5FDCAD2EAD89}"/>
              </a:ext>
            </a:extLst>
          </p:cNvPr>
          <p:cNvSpPr>
            <a:spLocks noGrp="1"/>
          </p:cNvSpPr>
          <p:nvPr>
            <p:ph type="body" sz="quarter" idx="45"/>
          </p:nvPr>
        </p:nvSpPr>
        <p:spPr>
          <a:xfrm>
            <a:off x="10703992" y="4486178"/>
            <a:ext cx="1182118" cy="1183101"/>
          </a:xfrm>
        </p:spPr>
        <p:txBody>
          <a:bodyPr lIns="0" rIns="0">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 name="Title 1">
            <a:extLst>
              <a:ext uri="{FF2B5EF4-FFF2-40B4-BE49-F238E27FC236}">
                <a16:creationId xmlns:a16="http://schemas.microsoft.com/office/drawing/2014/main" id="{31A67390-01C5-4A4E-AF7F-79E8DB2B2D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55111785"/>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iple Timeline">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14742123-85C4-4775-80AC-721BD7C16285}"/>
              </a:ext>
            </a:extLst>
          </p:cNvPr>
          <p:cNvSpPr>
            <a:spLocks noGrp="1"/>
          </p:cNvSpPr>
          <p:nvPr>
            <p:ph type="body" sz="quarter" idx="10" hasCustomPrompt="1"/>
          </p:nvPr>
        </p:nvSpPr>
        <p:spPr>
          <a:xfrm>
            <a:off x="158006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1" name="Text Placeholder 50">
            <a:extLst>
              <a:ext uri="{FF2B5EF4-FFF2-40B4-BE49-F238E27FC236}">
                <a16:creationId xmlns:a16="http://schemas.microsoft.com/office/drawing/2014/main" id="{E1001174-581F-41A6-864B-D3BE932C2E47}"/>
              </a:ext>
            </a:extLst>
          </p:cNvPr>
          <p:cNvSpPr>
            <a:spLocks noGrp="1"/>
          </p:cNvSpPr>
          <p:nvPr>
            <p:ph type="body" sz="quarter" idx="11"/>
          </p:nvPr>
        </p:nvSpPr>
        <p:spPr>
          <a:xfrm>
            <a:off x="158006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2" name="Text Placeholder 48">
            <a:extLst>
              <a:ext uri="{FF2B5EF4-FFF2-40B4-BE49-F238E27FC236}">
                <a16:creationId xmlns:a16="http://schemas.microsoft.com/office/drawing/2014/main" id="{2B649793-2AFC-43EE-8172-0EAB326F1130}"/>
              </a:ext>
            </a:extLst>
          </p:cNvPr>
          <p:cNvSpPr>
            <a:spLocks noGrp="1"/>
          </p:cNvSpPr>
          <p:nvPr>
            <p:ph type="body" sz="quarter" idx="12" hasCustomPrompt="1"/>
          </p:nvPr>
        </p:nvSpPr>
        <p:spPr>
          <a:xfrm>
            <a:off x="567454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3" name="Text Placeholder 50">
            <a:extLst>
              <a:ext uri="{FF2B5EF4-FFF2-40B4-BE49-F238E27FC236}">
                <a16:creationId xmlns:a16="http://schemas.microsoft.com/office/drawing/2014/main" id="{5B27745F-27CA-45D0-BE8E-A9C3B168F465}"/>
              </a:ext>
            </a:extLst>
          </p:cNvPr>
          <p:cNvSpPr>
            <a:spLocks noGrp="1"/>
          </p:cNvSpPr>
          <p:nvPr>
            <p:ph type="body" sz="quarter" idx="13"/>
          </p:nvPr>
        </p:nvSpPr>
        <p:spPr>
          <a:xfrm>
            <a:off x="567454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4" name="Text Placeholder 48">
            <a:extLst>
              <a:ext uri="{FF2B5EF4-FFF2-40B4-BE49-F238E27FC236}">
                <a16:creationId xmlns:a16="http://schemas.microsoft.com/office/drawing/2014/main" id="{58782C77-F426-4586-AF09-D07E1E8737F4}"/>
              </a:ext>
            </a:extLst>
          </p:cNvPr>
          <p:cNvSpPr>
            <a:spLocks noGrp="1"/>
          </p:cNvSpPr>
          <p:nvPr>
            <p:ph type="body" sz="quarter" idx="14" hasCustomPrompt="1"/>
          </p:nvPr>
        </p:nvSpPr>
        <p:spPr>
          <a:xfrm>
            <a:off x="9697900" y="1776098"/>
            <a:ext cx="2159000" cy="302186"/>
          </a:xfrm>
        </p:spPr>
        <p:txBody>
          <a:bodyPr>
            <a:noAutofit/>
          </a:bodyPr>
          <a:lstStyle>
            <a:lvl1pPr marL="0" indent="0">
              <a:buNone/>
              <a:defRPr sz="18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5" name="Text Placeholder 50">
            <a:extLst>
              <a:ext uri="{FF2B5EF4-FFF2-40B4-BE49-F238E27FC236}">
                <a16:creationId xmlns:a16="http://schemas.microsoft.com/office/drawing/2014/main" id="{E04DA729-6A59-4BC5-8955-DF4D12F1259F}"/>
              </a:ext>
            </a:extLst>
          </p:cNvPr>
          <p:cNvSpPr>
            <a:spLocks noGrp="1"/>
          </p:cNvSpPr>
          <p:nvPr>
            <p:ph type="body" sz="quarter" idx="15"/>
          </p:nvPr>
        </p:nvSpPr>
        <p:spPr>
          <a:xfrm>
            <a:off x="9697900" y="2111375"/>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6" name="Text Placeholder 48">
            <a:extLst>
              <a:ext uri="{FF2B5EF4-FFF2-40B4-BE49-F238E27FC236}">
                <a16:creationId xmlns:a16="http://schemas.microsoft.com/office/drawing/2014/main" id="{F6AF03D4-E441-4447-876C-A1B030223E2D}"/>
              </a:ext>
            </a:extLst>
          </p:cNvPr>
          <p:cNvSpPr>
            <a:spLocks noGrp="1"/>
          </p:cNvSpPr>
          <p:nvPr>
            <p:ph type="body" sz="quarter" idx="16" hasCustomPrompt="1"/>
          </p:nvPr>
        </p:nvSpPr>
        <p:spPr>
          <a:xfrm>
            <a:off x="158006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7" name="Text Placeholder 50">
            <a:extLst>
              <a:ext uri="{FF2B5EF4-FFF2-40B4-BE49-F238E27FC236}">
                <a16:creationId xmlns:a16="http://schemas.microsoft.com/office/drawing/2014/main" id="{679D428E-9700-4E19-8364-70006C3E765E}"/>
              </a:ext>
            </a:extLst>
          </p:cNvPr>
          <p:cNvSpPr>
            <a:spLocks noGrp="1"/>
          </p:cNvSpPr>
          <p:nvPr>
            <p:ph type="body" sz="quarter" idx="17"/>
          </p:nvPr>
        </p:nvSpPr>
        <p:spPr>
          <a:xfrm>
            <a:off x="158006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58" name="Text Placeholder 48">
            <a:extLst>
              <a:ext uri="{FF2B5EF4-FFF2-40B4-BE49-F238E27FC236}">
                <a16:creationId xmlns:a16="http://schemas.microsoft.com/office/drawing/2014/main" id="{5B64A0D9-EA5C-4EC1-981A-0FD223A62FB0}"/>
              </a:ext>
            </a:extLst>
          </p:cNvPr>
          <p:cNvSpPr>
            <a:spLocks noGrp="1"/>
          </p:cNvSpPr>
          <p:nvPr>
            <p:ph type="body" sz="quarter" idx="18" hasCustomPrompt="1"/>
          </p:nvPr>
        </p:nvSpPr>
        <p:spPr>
          <a:xfrm>
            <a:off x="567454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59" name="Text Placeholder 50">
            <a:extLst>
              <a:ext uri="{FF2B5EF4-FFF2-40B4-BE49-F238E27FC236}">
                <a16:creationId xmlns:a16="http://schemas.microsoft.com/office/drawing/2014/main" id="{7F9CD6F4-7AEE-42A4-B26D-96BE3E900368}"/>
              </a:ext>
            </a:extLst>
          </p:cNvPr>
          <p:cNvSpPr>
            <a:spLocks noGrp="1"/>
          </p:cNvSpPr>
          <p:nvPr>
            <p:ph type="body" sz="quarter" idx="19"/>
          </p:nvPr>
        </p:nvSpPr>
        <p:spPr>
          <a:xfrm>
            <a:off x="567454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0" name="Text Placeholder 48">
            <a:extLst>
              <a:ext uri="{FF2B5EF4-FFF2-40B4-BE49-F238E27FC236}">
                <a16:creationId xmlns:a16="http://schemas.microsoft.com/office/drawing/2014/main" id="{82EA5B58-66CC-4197-BAC3-D0A39558DB0F}"/>
              </a:ext>
            </a:extLst>
          </p:cNvPr>
          <p:cNvSpPr>
            <a:spLocks noGrp="1"/>
          </p:cNvSpPr>
          <p:nvPr>
            <p:ph type="body" sz="quarter" idx="20" hasCustomPrompt="1"/>
          </p:nvPr>
        </p:nvSpPr>
        <p:spPr>
          <a:xfrm>
            <a:off x="9697900" y="2914739"/>
            <a:ext cx="2159000" cy="302186"/>
          </a:xfrm>
        </p:spPr>
        <p:txBody>
          <a:bodyPr>
            <a:noAutofit/>
          </a:bodyPr>
          <a:lstStyle>
            <a:lvl1pPr marL="0" indent="0">
              <a:buNone/>
              <a:defRPr sz="18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1" name="Text Placeholder 50">
            <a:extLst>
              <a:ext uri="{FF2B5EF4-FFF2-40B4-BE49-F238E27FC236}">
                <a16:creationId xmlns:a16="http://schemas.microsoft.com/office/drawing/2014/main" id="{B76C47B4-A585-4CAC-933A-2E6D1938D171}"/>
              </a:ext>
            </a:extLst>
          </p:cNvPr>
          <p:cNvSpPr>
            <a:spLocks noGrp="1"/>
          </p:cNvSpPr>
          <p:nvPr>
            <p:ph type="body" sz="quarter" idx="21"/>
          </p:nvPr>
        </p:nvSpPr>
        <p:spPr>
          <a:xfrm>
            <a:off x="9697900" y="3254810"/>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2" name="Text Placeholder 48">
            <a:extLst>
              <a:ext uri="{FF2B5EF4-FFF2-40B4-BE49-F238E27FC236}">
                <a16:creationId xmlns:a16="http://schemas.microsoft.com/office/drawing/2014/main" id="{563D0C18-5125-4D0F-B46D-76AE182B3FA2}"/>
              </a:ext>
            </a:extLst>
          </p:cNvPr>
          <p:cNvSpPr>
            <a:spLocks noGrp="1"/>
          </p:cNvSpPr>
          <p:nvPr>
            <p:ph type="body" sz="quarter" idx="22" hasCustomPrompt="1"/>
          </p:nvPr>
        </p:nvSpPr>
        <p:spPr>
          <a:xfrm>
            <a:off x="158006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3" name="Text Placeholder 50">
            <a:extLst>
              <a:ext uri="{FF2B5EF4-FFF2-40B4-BE49-F238E27FC236}">
                <a16:creationId xmlns:a16="http://schemas.microsoft.com/office/drawing/2014/main" id="{10634501-CE83-42B9-8572-5C6B73710869}"/>
              </a:ext>
            </a:extLst>
          </p:cNvPr>
          <p:cNvSpPr>
            <a:spLocks noGrp="1"/>
          </p:cNvSpPr>
          <p:nvPr>
            <p:ph type="body" sz="quarter" idx="23"/>
          </p:nvPr>
        </p:nvSpPr>
        <p:spPr>
          <a:xfrm>
            <a:off x="158006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4" name="Text Placeholder 48">
            <a:extLst>
              <a:ext uri="{FF2B5EF4-FFF2-40B4-BE49-F238E27FC236}">
                <a16:creationId xmlns:a16="http://schemas.microsoft.com/office/drawing/2014/main" id="{54844B85-1B28-4340-AA8C-10A0C2A36C9E}"/>
              </a:ext>
            </a:extLst>
          </p:cNvPr>
          <p:cNvSpPr>
            <a:spLocks noGrp="1"/>
          </p:cNvSpPr>
          <p:nvPr>
            <p:ph type="body" sz="quarter" idx="24" hasCustomPrompt="1"/>
          </p:nvPr>
        </p:nvSpPr>
        <p:spPr>
          <a:xfrm>
            <a:off x="567454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5" name="Text Placeholder 50">
            <a:extLst>
              <a:ext uri="{FF2B5EF4-FFF2-40B4-BE49-F238E27FC236}">
                <a16:creationId xmlns:a16="http://schemas.microsoft.com/office/drawing/2014/main" id="{31BB84F0-3823-46DB-BCEF-5EF3F8E680CF}"/>
              </a:ext>
            </a:extLst>
          </p:cNvPr>
          <p:cNvSpPr>
            <a:spLocks noGrp="1"/>
          </p:cNvSpPr>
          <p:nvPr>
            <p:ph type="body" sz="quarter" idx="25"/>
          </p:nvPr>
        </p:nvSpPr>
        <p:spPr>
          <a:xfrm>
            <a:off x="567454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6" name="Text Placeholder 48">
            <a:extLst>
              <a:ext uri="{FF2B5EF4-FFF2-40B4-BE49-F238E27FC236}">
                <a16:creationId xmlns:a16="http://schemas.microsoft.com/office/drawing/2014/main" id="{D4D4EE7B-E029-47B3-BC18-D53E810711CE}"/>
              </a:ext>
            </a:extLst>
          </p:cNvPr>
          <p:cNvSpPr>
            <a:spLocks noGrp="1"/>
          </p:cNvSpPr>
          <p:nvPr>
            <p:ph type="body" sz="quarter" idx="26" hasCustomPrompt="1"/>
          </p:nvPr>
        </p:nvSpPr>
        <p:spPr>
          <a:xfrm>
            <a:off x="9697900" y="4057987"/>
            <a:ext cx="2159000" cy="302186"/>
          </a:xfrm>
        </p:spPr>
        <p:txBody>
          <a:bodyPr>
            <a:noAutofit/>
          </a:bodyPr>
          <a:lstStyle>
            <a:lvl1pPr marL="0" indent="0">
              <a:buNone/>
              <a:defRPr sz="18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7" name="Text Placeholder 50">
            <a:extLst>
              <a:ext uri="{FF2B5EF4-FFF2-40B4-BE49-F238E27FC236}">
                <a16:creationId xmlns:a16="http://schemas.microsoft.com/office/drawing/2014/main" id="{C088BE45-14DC-4551-A5FC-93D0BA991882}"/>
              </a:ext>
            </a:extLst>
          </p:cNvPr>
          <p:cNvSpPr>
            <a:spLocks noGrp="1"/>
          </p:cNvSpPr>
          <p:nvPr>
            <p:ph type="body" sz="quarter" idx="27"/>
          </p:nvPr>
        </p:nvSpPr>
        <p:spPr>
          <a:xfrm>
            <a:off x="9697900" y="4392591"/>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68" name="Text Placeholder 48">
            <a:extLst>
              <a:ext uri="{FF2B5EF4-FFF2-40B4-BE49-F238E27FC236}">
                <a16:creationId xmlns:a16="http://schemas.microsoft.com/office/drawing/2014/main" id="{120E072F-4FF5-422F-B7FD-BE3DF026010F}"/>
              </a:ext>
            </a:extLst>
          </p:cNvPr>
          <p:cNvSpPr>
            <a:spLocks noGrp="1"/>
          </p:cNvSpPr>
          <p:nvPr>
            <p:ph type="body" sz="quarter" idx="28" hasCustomPrompt="1"/>
          </p:nvPr>
        </p:nvSpPr>
        <p:spPr>
          <a:xfrm>
            <a:off x="158006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69" name="Text Placeholder 50">
            <a:extLst>
              <a:ext uri="{FF2B5EF4-FFF2-40B4-BE49-F238E27FC236}">
                <a16:creationId xmlns:a16="http://schemas.microsoft.com/office/drawing/2014/main" id="{E73E6162-F4E3-4F6D-BA12-6B5918E23B8E}"/>
              </a:ext>
            </a:extLst>
          </p:cNvPr>
          <p:cNvSpPr>
            <a:spLocks noGrp="1"/>
          </p:cNvSpPr>
          <p:nvPr>
            <p:ph type="body" sz="quarter" idx="29"/>
          </p:nvPr>
        </p:nvSpPr>
        <p:spPr>
          <a:xfrm>
            <a:off x="158006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70" name="Text Placeholder 48">
            <a:extLst>
              <a:ext uri="{FF2B5EF4-FFF2-40B4-BE49-F238E27FC236}">
                <a16:creationId xmlns:a16="http://schemas.microsoft.com/office/drawing/2014/main" id="{C9938F8E-67A2-401C-882C-ED04C7E5224B}"/>
              </a:ext>
            </a:extLst>
          </p:cNvPr>
          <p:cNvSpPr>
            <a:spLocks noGrp="1"/>
          </p:cNvSpPr>
          <p:nvPr>
            <p:ph type="body" sz="quarter" idx="30" hasCustomPrompt="1"/>
          </p:nvPr>
        </p:nvSpPr>
        <p:spPr>
          <a:xfrm>
            <a:off x="567454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71" name="Text Placeholder 50">
            <a:extLst>
              <a:ext uri="{FF2B5EF4-FFF2-40B4-BE49-F238E27FC236}">
                <a16:creationId xmlns:a16="http://schemas.microsoft.com/office/drawing/2014/main" id="{E683DBE3-DCA5-4538-A253-E60ED2C4B621}"/>
              </a:ext>
            </a:extLst>
          </p:cNvPr>
          <p:cNvSpPr>
            <a:spLocks noGrp="1"/>
          </p:cNvSpPr>
          <p:nvPr>
            <p:ph type="body" sz="quarter" idx="31"/>
          </p:nvPr>
        </p:nvSpPr>
        <p:spPr>
          <a:xfrm>
            <a:off x="567454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72" name="Text Placeholder 48">
            <a:extLst>
              <a:ext uri="{FF2B5EF4-FFF2-40B4-BE49-F238E27FC236}">
                <a16:creationId xmlns:a16="http://schemas.microsoft.com/office/drawing/2014/main" id="{6F8B9E2C-BE06-4536-A348-4640A2DA1BFC}"/>
              </a:ext>
            </a:extLst>
          </p:cNvPr>
          <p:cNvSpPr>
            <a:spLocks noGrp="1"/>
          </p:cNvSpPr>
          <p:nvPr>
            <p:ph type="body" sz="quarter" idx="32" hasCustomPrompt="1"/>
          </p:nvPr>
        </p:nvSpPr>
        <p:spPr>
          <a:xfrm>
            <a:off x="9697900" y="5231920"/>
            <a:ext cx="2159000" cy="302186"/>
          </a:xfrm>
        </p:spPr>
        <p:txBody>
          <a:bodyPr>
            <a:noAutofit/>
          </a:bodyPr>
          <a:lstStyle>
            <a:lvl1pPr marL="0" indent="0">
              <a:buNone/>
              <a:defRPr sz="18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a:t>
            </a:r>
          </a:p>
        </p:txBody>
      </p:sp>
      <p:sp>
        <p:nvSpPr>
          <p:cNvPr id="73" name="Text Placeholder 50">
            <a:extLst>
              <a:ext uri="{FF2B5EF4-FFF2-40B4-BE49-F238E27FC236}">
                <a16:creationId xmlns:a16="http://schemas.microsoft.com/office/drawing/2014/main" id="{B9A57CE7-FAE2-490F-A8F8-402B5F3A7443}"/>
              </a:ext>
            </a:extLst>
          </p:cNvPr>
          <p:cNvSpPr>
            <a:spLocks noGrp="1"/>
          </p:cNvSpPr>
          <p:nvPr>
            <p:ph type="body" sz="quarter" idx="33"/>
          </p:nvPr>
        </p:nvSpPr>
        <p:spPr>
          <a:xfrm>
            <a:off x="9697900" y="5566524"/>
            <a:ext cx="2179637" cy="706438"/>
          </a:xfrm>
        </p:spPr>
        <p:txBody>
          <a:bodyPr>
            <a:noAutofit/>
          </a:bodyPr>
          <a:lstStyle>
            <a:lvl1pPr marL="0" indent="0">
              <a:lnSpc>
                <a:spcPct val="100000"/>
              </a:lnSpc>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a:t>
            </a:r>
          </a:p>
        </p:txBody>
      </p:sp>
      <p:sp>
        <p:nvSpPr>
          <p:cNvPr id="2" name="Title 1">
            <a:extLst>
              <a:ext uri="{FF2B5EF4-FFF2-40B4-BE49-F238E27FC236}">
                <a16:creationId xmlns:a16="http://schemas.microsoft.com/office/drawing/2014/main" id="{AA611859-7CC8-480B-BA0E-18BB16B304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36875379"/>
      </p:ext>
    </p:extLst>
  </p:cSld>
  <p:clrMapOvr>
    <a:masterClrMapping/>
  </p:clrMapOvr>
  <p:extLst>
    <p:ext uri="{DCECCB84-F9BA-43D5-87BE-67443E8EF086}">
      <p15:sldGuideLst xmlns:p15="http://schemas.microsoft.com/office/powerpoint/2012/main">
        <p15:guide id="1" pos="2544">
          <p15:clr>
            <a:srgbClr val="FBAE40"/>
          </p15:clr>
        </p15:guide>
        <p15:guide id="2" pos="5112">
          <p15:clr>
            <a:srgbClr val="FBAE40"/>
          </p15:clr>
        </p15:guide>
        <p15:guide id="4" pos="5256">
          <p15:clr>
            <a:srgbClr val="5ACBF0"/>
          </p15:clr>
        </p15:guide>
        <p15:guide id="5" pos="4968">
          <p15:clr>
            <a:srgbClr val="5ACBF0"/>
          </p15:clr>
        </p15:guide>
        <p15:guide id="6" pos="2688">
          <p15:clr>
            <a:srgbClr val="5ACBF0"/>
          </p15:clr>
        </p15:guide>
        <p15:guide id="7" pos="2400">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5000">
              <a:srgbClr val="0C4799"/>
            </a:gs>
            <a:gs pos="10000">
              <a:srgbClr val="008DDE"/>
            </a:gs>
          </a:gsLst>
          <a:lin ang="81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914400"/>
            <a:ext cx="10369296" cy="461665"/>
          </a:xfrm>
          <a:prstGeom prst="rect">
            <a:avLst/>
          </a:prstGeom>
          <a:noFill/>
        </p:spPr>
        <p:txBody>
          <a:bodyPr vert="horz" wrap="square" lIns="0" tIns="0" rIns="0" bIns="0" rtlCol="0" anchor="b">
            <a:spAutoFit/>
          </a:bodyPr>
          <a:lstStyle/>
          <a:p>
            <a:r>
              <a:rPr lang="en-US"/>
              <a:t>Click to Edit Title</a:t>
            </a:r>
          </a:p>
        </p:txBody>
      </p:sp>
      <p:sp>
        <p:nvSpPr>
          <p:cNvPr id="3" name="Text Placeholder 2"/>
          <p:cNvSpPr>
            <a:spLocks noGrp="1"/>
          </p:cNvSpPr>
          <p:nvPr>
            <p:ph type="body" idx="1"/>
          </p:nvPr>
        </p:nvSpPr>
        <p:spPr>
          <a:xfrm>
            <a:off x="914400" y="2057400"/>
            <a:ext cx="10361957" cy="3429000"/>
          </a:xfrm>
          <a:prstGeom prst="rect">
            <a:avLst/>
          </a:prstGeom>
          <a:noFill/>
        </p:spPr>
        <p:txBody>
          <a:bodyPr vert="horz" lIns="0" tIns="0" rIns="0" bIns="0" rtlCol="0">
            <a:noAutofit/>
          </a:bodyPr>
          <a:lstStyle/>
          <a:p>
            <a:pPr lvl="0"/>
            <a:r>
              <a:rPr lang="en-US"/>
              <a:t>Click to Edit Text</a:t>
            </a:r>
          </a:p>
          <a:p>
            <a:pPr lvl="1"/>
            <a:r>
              <a:rPr lang="en-US"/>
              <a:t>Second level</a:t>
            </a:r>
          </a:p>
          <a:p>
            <a:pPr lvl="2"/>
            <a:r>
              <a:rPr lang="en-US"/>
              <a:t>Third level</a:t>
            </a:r>
          </a:p>
        </p:txBody>
      </p:sp>
      <p:sp>
        <p:nvSpPr>
          <p:cNvPr id="4"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9ECBF19-0499-4C83-B1D4-8C3345213570}" type="datetime1">
              <a:rPr lang="en-US" smtClean="0"/>
              <a:t>12/3/2025</a:t>
            </a:fld>
            <a:endParaRPr lang="en-US"/>
          </a:p>
        </p:txBody>
      </p:sp>
      <p:sp>
        <p:nvSpPr>
          <p:cNvPr id="5"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Esri internal - do not share</a:t>
            </a:r>
          </a:p>
        </p:txBody>
      </p:sp>
      <p:sp>
        <p:nvSpPr>
          <p:cNvPr id="6"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6800" r:id="rId1"/>
    <p:sldLayoutId id="2147486801" r:id="rId2"/>
    <p:sldLayoutId id="2147486802" r:id="rId3"/>
    <p:sldLayoutId id="2147486803" r:id="rId4"/>
    <p:sldLayoutId id="2147486804" r:id="rId5"/>
    <p:sldLayoutId id="2147486805" r:id="rId6"/>
    <p:sldLayoutId id="2147486806" r:id="rId7"/>
    <p:sldLayoutId id="2147486807" r:id="rId8"/>
    <p:sldLayoutId id="2147486822" r:id="rId9"/>
    <p:sldLayoutId id="2147486823" r:id="rId10"/>
    <p:sldLayoutId id="2147486811" r:id="rId11"/>
    <p:sldLayoutId id="2147486812" r:id="rId12"/>
    <p:sldLayoutId id="2147486816" r:id="rId13"/>
  </p:sldLayoutIdLst>
  <p:transition spd="med">
    <p:fade/>
  </p:transition>
  <p:hf sldNum="0" hdr="0" dt="0"/>
  <p:txStyles>
    <p:titleStyle>
      <a:lvl1pPr algn="l" defTabSz="457200" rtl="0" eaLnBrk="1" latinLnBrk="0" hangingPunct="1">
        <a:lnSpc>
          <a:spcPct val="100000"/>
        </a:lnSpc>
        <a:spcBef>
          <a:spcPct val="0"/>
        </a:spcBef>
        <a:buNone/>
        <a:defRPr sz="3000" b="0" kern="1200">
          <a:solidFill>
            <a:schemeClr val="tx1"/>
          </a:solidFill>
          <a:latin typeface="+mj-lt"/>
          <a:ea typeface="+mj-ea"/>
          <a:cs typeface="Arial"/>
        </a:defRPr>
      </a:lvl1pPr>
    </p:titleStyle>
    <p:body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90B616-241D-4DFE-BC2F-C001ED77E825}"/>
              </a:ext>
            </a:extLst>
          </p:cNvPr>
          <p:cNvSpPr>
            <a:spLocks noGrp="1"/>
          </p:cNvSpPr>
          <p:nvPr>
            <p:ph type="title"/>
          </p:nvPr>
        </p:nvSpPr>
        <p:spPr>
          <a:xfrm>
            <a:off x="230124" y="457200"/>
            <a:ext cx="11731752" cy="630936"/>
          </a:xfrm>
          <a:prstGeom prst="rect">
            <a:avLst/>
          </a:prstGeom>
        </p:spPr>
        <p:txBody>
          <a:bodyPr vert="horz" lIns="91440" tIns="45720" rIns="91440" bIns="4572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A8AE909E-CC4A-4E51-BC02-B893225D2B31}"/>
              </a:ext>
            </a:extLst>
          </p:cNvPr>
          <p:cNvSpPr>
            <a:spLocks noGrp="1"/>
          </p:cNvSpPr>
          <p:nvPr>
            <p:ph type="body" idx="1"/>
          </p:nvPr>
        </p:nvSpPr>
        <p:spPr>
          <a:xfrm>
            <a:off x="230124" y="1825625"/>
            <a:ext cx="1173175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3B6EE4-1695-4DD6-9758-84FFE963D6AE}"/>
              </a:ext>
            </a:extLst>
          </p:cNvPr>
          <p:cNvSpPr>
            <a:spLocks noGrp="1"/>
          </p:cNvSpPr>
          <p:nvPr>
            <p:ph type="dt" sz="half" idx="2"/>
          </p:nvPr>
        </p:nvSpPr>
        <p:spPr>
          <a:xfrm>
            <a:off x="230124"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8FDAD0-21E9-42D0-8C63-C6563197FC13}" type="datetimeFigureOut">
              <a:rPr lang="en-US" smtClean="0"/>
              <a:t>12/3/2025</a:t>
            </a:fld>
            <a:endParaRPr lang="en-US"/>
          </a:p>
        </p:txBody>
      </p:sp>
      <p:sp>
        <p:nvSpPr>
          <p:cNvPr id="5" name="Footer Placeholder 4">
            <a:extLst>
              <a:ext uri="{FF2B5EF4-FFF2-40B4-BE49-F238E27FC236}">
                <a16:creationId xmlns:a16="http://schemas.microsoft.com/office/drawing/2014/main" id="{7B43250D-A8F9-4682-AD84-FD37BCAA6297}"/>
              </a:ext>
            </a:extLst>
          </p:cNvPr>
          <p:cNvSpPr>
            <a:spLocks noGrp="1"/>
          </p:cNvSpPr>
          <p:nvPr>
            <p:ph type="ftr" sz="quarter" idx="3"/>
          </p:nvPr>
        </p:nvSpPr>
        <p:spPr>
          <a:xfrm>
            <a:off x="3129280" y="6356350"/>
            <a:ext cx="593344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5E1A788-841D-41AB-A983-152B6532F723}"/>
              </a:ext>
            </a:extLst>
          </p:cNvPr>
          <p:cNvSpPr>
            <a:spLocks noGrp="1"/>
          </p:cNvSpPr>
          <p:nvPr>
            <p:ph type="sldNum" sz="quarter" idx="4"/>
          </p:nvPr>
        </p:nvSpPr>
        <p:spPr>
          <a:xfrm>
            <a:off x="9218676"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E3823-CC86-4AC6-95C0-DC3ECA80FD88}" type="slidenum">
              <a:rPr lang="en-US" smtClean="0"/>
              <a:t>‹#›</a:t>
            </a:fld>
            <a:endParaRPr lang="en-US" dirty="0"/>
          </a:p>
        </p:txBody>
      </p:sp>
    </p:spTree>
    <p:extLst>
      <p:ext uri="{BB962C8B-B14F-4D97-AF65-F5344CB8AC3E}">
        <p14:creationId xmlns:p14="http://schemas.microsoft.com/office/powerpoint/2010/main" val="1945791942"/>
      </p:ext>
    </p:extLst>
  </p:cSld>
  <p:clrMap bg1="lt1" tx1="dk1" bg2="lt2" tx2="dk2" accent1="accent1" accent2="accent2" accent3="accent3" accent4="accent4" accent5="accent5" accent6="accent6" hlink="hlink" folHlink="folHlink"/>
  <p:sldLayoutIdLst>
    <p:sldLayoutId id="2147486827" r:id="rId1"/>
    <p:sldLayoutId id="2147486828" r:id="rId2"/>
    <p:sldLayoutId id="2147486829" r:id="rId3"/>
  </p:sldLayoutIdLst>
  <p:txStyles>
    <p:titleStyle>
      <a:lvl1pPr algn="ctr" defTabSz="914400" rtl="0" eaLnBrk="1" latinLnBrk="0" hangingPunct="1">
        <a:lnSpc>
          <a:spcPct val="90000"/>
        </a:lnSpc>
        <a:spcBef>
          <a:spcPts val="1000"/>
        </a:spcBef>
        <a:buNone/>
        <a:defRPr sz="36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onfluencewikidev.esri.com/x/84NGGw"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ArcGIS/geosaurus/issues/10693"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rcGIS/geoserpent/issues/295"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rcGIS/geosaurus/issues/14337"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github.com/ArcGIS/geosaurus/issues/13696" TargetMode="External"/><Relationship Id="rId5" Type="http://schemas.openxmlformats.org/officeDocument/2006/relationships/hyperlink" Target="https://github.com/ArcGIS/geosaurus/issues/13728" TargetMode="External"/><Relationship Id="rId4" Type="http://schemas.openxmlformats.org/officeDocument/2006/relationships/hyperlink" Target="https://github.com/ArcGIS/geosaurus/issues/14369"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onfluencewikidev.esri.com/x/MILECw" TargetMode="External"/><Relationship Id="rId7" Type="http://schemas.openxmlformats.org/officeDocument/2006/relationships/hyperlink" Target="https://github.com/orgs/ArcGIS/projects/306"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ithub.com/Esri/arcgis-python-api" TargetMode="External"/><Relationship Id="rId5" Type="http://schemas.openxmlformats.org/officeDocument/2006/relationships/hyperlink" Target="https://github.com/ArcGIS/geoserpent" TargetMode="External"/><Relationship Id="rId4" Type="http://schemas.openxmlformats.org/officeDocument/2006/relationships/hyperlink" Target="https://github.com/ArcGIS/geosauru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show="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155037" y="0"/>
            <a:ext cx="6182263"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solidFill>
                  <a:schemeClr val="tx2">
                    <a:lumMod val="75000"/>
                  </a:schemeClr>
                </a:solidFill>
                <a:highlight>
                  <a:srgbClr val="000000"/>
                </a:highlight>
              </a:rPr>
              <a:t>READ AND DELETE ME</a:t>
            </a:r>
            <a:endParaRPr lang="en-US" dirty="0">
              <a:solidFill>
                <a:schemeClr val="tx2">
                  <a:lumMod val="75000"/>
                </a:schemeClr>
              </a:solidFill>
              <a:highlight>
                <a:srgbClr val="000000"/>
              </a:highlight>
            </a:endParaRP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a:tabLst>
                <a:tab pos="276225" algn="l"/>
              </a:tabLst>
            </a:pPr>
            <a:endParaRPr lang="en-US" sz="1800">
              <a:solidFill>
                <a:srgbClr val="72DBFF"/>
              </a:solidFill>
            </a:endParaRP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779772" y="1991691"/>
            <a:ext cx="11033444" cy="4173851"/>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r>
              <a:rPr lang="en-US" dirty="0"/>
              <a:t>Read the comment section of each slide for additional information</a:t>
            </a:r>
          </a:p>
          <a:p>
            <a:r>
              <a:rPr lang="en-US" dirty="0"/>
              <a:t>Purpose of this presentation is to share the top priority projects that your team is working on during the 12.1 release.</a:t>
            </a:r>
          </a:p>
          <a:p>
            <a:r>
              <a:rPr lang="en-US" dirty="0"/>
              <a:t>Presentations are intended to be high-level</a:t>
            </a:r>
          </a:p>
          <a:p>
            <a:pPr>
              <a:buClr>
                <a:srgbClr val="5ED9FF"/>
              </a:buClr>
            </a:pPr>
            <a:r>
              <a:rPr lang="en-US" dirty="0"/>
              <a:t>Do not use animations on your slides</a:t>
            </a:r>
          </a:p>
          <a:p>
            <a:pPr>
              <a:buClr>
                <a:srgbClr val="5ED9FF"/>
              </a:buClr>
            </a:pPr>
            <a:r>
              <a:rPr lang="en-US" dirty="0"/>
              <a:t>Keep presentations under 5 minutes</a:t>
            </a:r>
          </a:p>
          <a:p>
            <a:r>
              <a:rPr lang="en-US" dirty="0"/>
              <a:t>If your project has been identified as a driver project, key highlight or R&amp;D project for the release (see </a:t>
            </a:r>
            <a:r>
              <a:rPr lang="en-US" dirty="0">
                <a:hlinkClick r:id="rId3"/>
              </a:rPr>
              <a:t>12.1 Plans</a:t>
            </a:r>
            <a:r>
              <a:rPr lang="en-US" dirty="0"/>
              <a:t>), add the respective flag to the upper right corner of your project slide (copy flag from this slide). </a:t>
            </a:r>
          </a:p>
          <a:p>
            <a:pPr>
              <a:buClr>
                <a:srgbClr val="5ED9FF"/>
              </a:buClr>
            </a:pPr>
            <a:r>
              <a:rPr lang="en-US" dirty="0"/>
              <a:t>Upload presentation share point prior to the release planning meeting</a:t>
            </a:r>
          </a:p>
          <a:p>
            <a:pPr>
              <a:buClr>
                <a:srgbClr val="5ED9FF"/>
              </a:buClr>
            </a:pPr>
            <a:r>
              <a:rPr lang="en-US" dirty="0"/>
              <a:t>Before the presentation fill out your team release plans in the </a:t>
            </a:r>
            <a:r>
              <a:rPr lang="en-US" dirty="0">
                <a:ea typeface="+mn-lt"/>
                <a:cs typeface="+mn-lt"/>
                <a:hlinkClick r:id="rId3"/>
              </a:rPr>
              <a:t>12.1 Plans confluence page</a:t>
            </a:r>
            <a:endParaRPr lang="en-US" dirty="0"/>
          </a:p>
        </p:txBody>
      </p:sp>
      <p:sp>
        <p:nvSpPr>
          <p:cNvPr id="2" name="Footer Placeholder 1">
            <a:extLst>
              <a:ext uri="{FF2B5EF4-FFF2-40B4-BE49-F238E27FC236}">
                <a16:creationId xmlns:a16="http://schemas.microsoft.com/office/drawing/2014/main" id="{9D7446A7-91ED-4A44-A38F-30E3477806A0}"/>
              </a:ext>
            </a:extLst>
          </p:cNvPr>
          <p:cNvSpPr>
            <a:spLocks noGrp="1"/>
          </p:cNvSpPr>
          <p:nvPr>
            <p:ph type="ftr" sz="quarter" idx="3"/>
          </p:nvPr>
        </p:nvSpPr>
        <p:spPr/>
        <p:txBody>
          <a:bodyPr/>
          <a:lstStyle/>
          <a:p>
            <a:r>
              <a:rPr lang="en-US"/>
              <a:t>Esri internal - do not share</a:t>
            </a:r>
          </a:p>
        </p:txBody>
      </p:sp>
      <p:sp>
        <p:nvSpPr>
          <p:cNvPr id="3" name="Flowchart: Off-page Connector 2">
            <a:extLst>
              <a:ext uri="{FF2B5EF4-FFF2-40B4-BE49-F238E27FC236}">
                <a16:creationId xmlns:a16="http://schemas.microsoft.com/office/drawing/2014/main" id="{EE33483F-4D5E-DE65-0DC4-3BD229333158}"/>
              </a:ext>
            </a:extLst>
          </p:cNvPr>
          <p:cNvSpPr/>
          <p:nvPr/>
        </p:nvSpPr>
        <p:spPr bwMode="auto">
          <a:xfrm>
            <a:off x="8373355" y="96406"/>
            <a:ext cx="995189" cy="1017334"/>
          </a:xfrm>
          <a:prstGeom prst="flowChartOffpageConnector">
            <a:avLst/>
          </a:prstGeom>
          <a:solidFill>
            <a:schemeClr val="accent1">
              <a:lumMod val="20000"/>
              <a:lumOff val="80000"/>
            </a:schemeClr>
          </a:solidFill>
          <a:ln>
            <a:solidFill>
              <a:schemeClr val="accent1">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Driver </a:t>
            </a:r>
          </a:p>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Project</a:t>
            </a:r>
          </a:p>
        </p:txBody>
      </p:sp>
      <p:sp>
        <p:nvSpPr>
          <p:cNvPr id="4" name="Flowchart: Off-page Connector 3">
            <a:extLst>
              <a:ext uri="{FF2B5EF4-FFF2-40B4-BE49-F238E27FC236}">
                <a16:creationId xmlns:a16="http://schemas.microsoft.com/office/drawing/2014/main" id="{29CA6935-988A-14BF-B414-1860C24B1ADC}"/>
              </a:ext>
            </a:extLst>
          </p:cNvPr>
          <p:cNvSpPr/>
          <p:nvPr/>
        </p:nvSpPr>
        <p:spPr bwMode="auto">
          <a:xfrm>
            <a:off x="9595691" y="96406"/>
            <a:ext cx="995189" cy="1017334"/>
          </a:xfrm>
          <a:prstGeom prst="flowChartOffpageConnector">
            <a:avLst/>
          </a:prstGeom>
          <a:solidFill>
            <a:schemeClr val="accent3">
              <a:lumMod val="20000"/>
              <a:lumOff val="80000"/>
            </a:schemeClr>
          </a:solidFill>
          <a:ln>
            <a:solidFill>
              <a:schemeClr val="accent3">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Key Highlight</a:t>
            </a:r>
          </a:p>
        </p:txBody>
      </p:sp>
      <p:sp>
        <p:nvSpPr>
          <p:cNvPr id="5" name="Flowchart: Off-page Connector 4">
            <a:extLst>
              <a:ext uri="{FF2B5EF4-FFF2-40B4-BE49-F238E27FC236}">
                <a16:creationId xmlns:a16="http://schemas.microsoft.com/office/drawing/2014/main" id="{8C84B6C1-F49F-DF3C-FC55-94AA304F2CE3}"/>
              </a:ext>
            </a:extLst>
          </p:cNvPr>
          <p:cNvSpPr/>
          <p:nvPr/>
        </p:nvSpPr>
        <p:spPr bwMode="auto">
          <a:xfrm>
            <a:off x="10818027" y="96406"/>
            <a:ext cx="995189" cy="1017334"/>
          </a:xfrm>
          <a:prstGeom prst="flowChartOffpageConnector">
            <a:avLst/>
          </a:prstGeom>
          <a:solidFill>
            <a:schemeClr val="tx1">
              <a:lumMod val="85000"/>
            </a:schemeClr>
          </a:solidFill>
          <a:ln>
            <a:solidFill>
              <a:schemeClr val="tx1">
                <a:lumMod val="85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R&amp;D project</a:t>
            </a:r>
          </a:p>
        </p:txBody>
      </p:sp>
    </p:spTree>
    <p:extLst>
      <p:ext uri="{BB962C8B-B14F-4D97-AF65-F5344CB8AC3E}">
        <p14:creationId xmlns:p14="http://schemas.microsoft.com/office/powerpoint/2010/main" val="141570652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4243526"/>
            <a:ext cx="10369296" cy="1819922"/>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r>
              <a:rPr lang="en-US" dirty="0">
                <a:solidFill>
                  <a:srgbClr val="72DBFF"/>
                </a:solidFill>
              </a:rPr>
              <a:t>PEs: John Yaist, Ken Galliher, Manushi Majumdar, Ravi Narayanan, Shuang Song. Tarun Kukreja ​​</a:t>
            </a:r>
            <a:endParaRPr lang="en-US" dirty="0">
              <a:solidFill>
                <a:srgbClr val="72DBFF"/>
              </a:solidFill>
              <a:ea typeface="+mn-lt"/>
              <a:cs typeface="+mn-lt"/>
            </a:endParaRPr>
          </a:p>
          <a:p>
            <a:r>
              <a:rPr lang="en-US" dirty="0">
                <a:solidFill>
                  <a:srgbClr val="72DBFF"/>
                </a:solidFill>
              </a:rPr>
              <a:t>Devs: Andrew Chapkowski, Drew Wock, Jay Roebuck, Nanae Aubry, Noah Paravicini, Shreyas Shinde​​</a:t>
            </a:r>
            <a:endParaRPr lang="en-US" dirty="0">
              <a:solidFill>
                <a:srgbClr val="72DBFF"/>
              </a:solidFill>
              <a:ea typeface="+mn-lt"/>
              <a:cs typeface="+mn-lt"/>
            </a:endParaRPr>
          </a:p>
          <a:p>
            <a:r>
              <a:rPr lang="en-US" dirty="0">
                <a:solidFill>
                  <a:srgbClr val="72DBFF"/>
                </a:solidFill>
              </a:rPr>
              <a:t>PM: Nick Giner</a:t>
            </a:r>
          </a:p>
        </p:txBody>
      </p:sp>
      <p:sp>
        <p:nvSpPr>
          <p:cNvPr id="5" name="Title 1">
            <a:extLst>
              <a:ext uri="{FF2B5EF4-FFF2-40B4-BE49-F238E27FC236}">
                <a16:creationId xmlns:a16="http://schemas.microsoft.com/office/drawing/2014/main" id="{E9502E73-4B16-4857-87C6-BBDBDF10D09E}"/>
              </a:ext>
            </a:extLst>
          </p:cNvPr>
          <p:cNvSpPr>
            <a:spLocks noGrp="1"/>
          </p:cNvSpPr>
          <p:nvPr>
            <p:ph type="ctrTitle"/>
          </p:nvPr>
        </p:nvSpPr>
        <p:spPr>
          <a:xfrm>
            <a:off x="736848" y="2460325"/>
            <a:ext cx="10724224" cy="914400"/>
          </a:xfrm>
        </p:spPr>
        <p:txBody>
          <a:bodyPr/>
          <a:lstStyle/>
          <a:p>
            <a:r>
              <a:rPr lang="en-US" dirty="0"/>
              <a:t>ArcGIS API for Python 2.4.3</a:t>
            </a:r>
          </a:p>
        </p:txBody>
      </p:sp>
      <p:sp>
        <p:nvSpPr>
          <p:cNvPr id="2" name="Footer Placeholder 1">
            <a:extLst>
              <a:ext uri="{FF2B5EF4-FFF2-40B4-BE49-F238E27FC236}">
                <a16:creationId xmlns:a16="http://schemas.microsoft.com/office/drawing/2014/main" id="{A7C370AB-1FC6-469B-8DC4-3E1223DADDC8}"/>
              </a:ext>
            </a:extLst>
          </p:cNvPr>
          <p:cNvSpPr>
            <a:spLocks noGrp="1"/>
          </p:cNvSpPr>
          <p:nvPr>
            <p:ph type="ftr" sz="quarter" idx="3"/>
          </p:nvPr>
        </p:nvSpPr>
        <p:spPr/>
        <p:txBody>
          <a:bodyPr/>
          <a:lstStyle/>
          <a:p>
            <a:r>
              <a:rPr lang="en-US"/>
              <a:t>Esri internal - do not share</a:t>
            </a:r>
          </a:p>
        </p:txBody>
      </p:sp>
    </p:spTree>
    <p:extLst>
      <p:ext uri="{BB962C8B-B14F-4D97-AF65-F5344CB8AC3E}">
        <p14:creationId xmlns:p14="http://schemas.microsoft.com/office/powerpoint/2010/main" val="41322930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114300" marR="0" lvl="0" indent="-114300" algn="l" defTabSz="457200" rtl="0" eaLnBrk="1" fontAlgn="auto" latinLnBrk="0" hangingPunct="1">
              <a:lnSpc>
                <a:spcPct val="100000"/>
              </a:lnSpc>
              <a:spcBef>
                <a:spcPts val="300"/>
              </a:spcBef>
              <a:spcAft>
                <a:spcPts val="600"/>
              </a:spcAft>
              <a:buClr>
                <a:srgbClr val="00B9F2">
                  <a:lumMod val="60000"/>
                  <a:lumOff val="40000"/>
                </a:srgbClr>
              </a:buClr>
              <a:buSzPct val="80000"/>
              <a:buFont typeface="Arial"/>
              <a:buChar char="•"/>
              <a:tabLst>
                <a:tab pos="276225" algn="l"/>
              </a:tabLst>
              <a:defRPr/>
            </a:pPr>
            <a:endParaRPr kumimoji="0" lang="en-US" sz="1800" b="0" i="0" u="none" strike="noStrike" kern="1200" cap="none" spc="0" normalizeH="0" baseline="0" noProof="0">
              <a:ln>
                <a:noFill/>
              </a:ln>
              <a:solidFill>
                <a:srgbClr val="72DBFF"/>
              </a:solidFill>
              <a:effectLst/>
              <a:uLnTx/>
              <a:uFillTx/>
              <a:latin typeface="Arial"/>
              <a:ea typeface="ＭＳ Ｐゴシック"/>
              <a:cs typeface="Arial"/>
            </a:endParaRPr>
          </a:p>
        </p:txBody>
      </p:sp>
      <p:sp>
        <p:nvSpPr>
          <p:cNvPr id="17" name="Title 1">
            <a:extLst>
              <a:ext uri="{FF2B5EF4-FFF2-40B4-BE49-F238E27FC236}">
                <a16:creationId xmlns:a16="http://schemas.microsoft.com/office/drawing/2014/main" id="{B41EF301-09F0-7B07-F7E0-E67949C8ADBF}"/>
              </a:ext>
            </a:extLst>
          </p:cNvPr>
          <p:cNvSpPr>
            <a:spLocks noGrp="1"/>
          </p:cNvSpPr>
          <p:nvPr>
            <p:ph type="title"/>
          </p:nvPr>
        </p:nvSpPr>
        <p:spPr>
          <a:xfrm>
            <a:off x="426027" y="572354"/>
            <a:ext cx="10369296" cy="461665"/>
          </a:xfrm>
        </p:spPr>
        <p:txBody>
          <a:bodyPr>
            <a:normAutofit fontScale="90000"/>
          </a:bodyPr>
          <a:lstStyle/>
          <a:p>
            <a:r>
              <a:rPr lang="en-US" sz="3600" dirty="0">
                <a:solidFill>
                  <a:schemeClr val="accent4"/>
                </a:solidFill>
              </a:rPr>
              <a:t>ArcGIS API for Python 2.4.3 release timeline</a:t>
            </a:r>
          </a:p>
        </p:txBody>
      </p:sp>
      <p:sp>
        <p:nvSpPr>
          <p:cNvPr id="20" name="Text Placeholder 19">
            <a:extLst>
              <a:ext uri="{FF2B5EF4-FFF2-40B4-BE49-F238E27FC236}">
                <a16:creationId xmlns:a16="http://schemas.microsoft.com/office/drawing/2014/main" id="{DB957F44-E423-3CA6-14FA-808693FB6D2B}"/>
              </a:ext>
            </a:extLst>
          </p:cNvPr>
          <p:cNvSpPr>
            <a:spLocks noGrp="1"/>
          </p:cNvSpPr>
          <p:nvPr>
            <p:ph type="body" sz="quarter" idx="11"/>
          </p:nvPr>
        </p:nvSpPr>
        <p:spPr>
          <a:xfrm>
            <a:off x="426027" y="1155520"/>
            <a:ext cx="10369296" cy="276999"/>
          </a:xfrm>
        </p:spPr>
        <p:txBody>
          <a:bodyPr/>
          <a:lstStyle/>
          <a:p>
            <a:endParaRPr lang="en-CA" dirty="0"/>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a:xfrm>
            <a:off x="131847" y="6459357"/>
            <a:ext cx="1568035"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tint val="75000"/>
                  </a:prstClr>
                </a:solidFill>
                <a:effectLst/>
                <a:uLnTx/>
                <a:uFillTx/>
                <a:latin typeface="Arial"/>
                <a:ea typeface="ＭＳ Ｐゴシック"/>
              </a:rPr>
              <a:t>Esri internal - do not share</a:t>
            </a:r>
          </a:p>
        </p:txBody>
      </p:sp>
      <p:grpSp>
        <p:nvGrpSpPr>
          <p:cNvPr id="12" name="Group 11">
            <a:extLst>
              <a:ext uri="{FF2B5EF4-FFF2-40B4-BE49-F238E27FC236}">
                <a16:creationId xmlns:a16="http://schemas.microsoft.com/office/drawing/2014/main" id="{39015014-1C36-B0FF-C6DE-9570D4FF7723}"/>
              </a:ext>
            </a:extLst>
          </p:cNvPr>
          <p:cNvGrpSpPr/>
          <p:nvPr/>
        </p:nvGrpSpPr>
        <p:grpSpPr>
          <a:xfrm>
            <a:off x="131847" y="1726952"/>
            <a:ext cx="11876453" cy="3856811"/>
            <a:chOff x="-935707" y="1994984"/>
            <a:chExt cx="12659889" cy="3298055"/>
          </a:xfrm>
        </p:grpSpPr>
        <p:grpSp>
          <p:nvGrpSpPr>
            <p:cNvPr id="3" name="Group 2">
              <a:extLst>
                <a:ext uri="{FF2B5EF4-FFF2-40B4-BE49-F238E27FC236}">
                  <a16:creationId xmlns:a16="http://schemas.microsoft.com/office/drawing/2014/main" id="{5D42BFF0-A151-30DA-D6F1-CE79BF3D821B}"/>
                </a:ext>
              </a:extLst>
            </p:cNvPr>
            <p:cNvGrpSpPr/>
            <p:nvPr/>
          </p:nvGrpSpPr>
          <p:grpSpPr>
            <a:xfrm>
              <a:off x="1594736" y="1994984"/>
              <a:ext cx="10129446" cy="3298055"/>
              <a:chOff x="763147" y="2018633"/>
              <a:chExt cx="10394796" cy="2755337"/>
            </a:xfrm>
          </p:grpSpPr>
          <p:sp>
            <p:nvSpPr>
              <p:cNvPr id="7" name="Rectangle 6">
                <a:extLst>
                  <a:ext uri="{FF2B5EF4-FFF2-40B4-BE49-F238E27FC236}">
                    <a16:creationId xmlns:a16="http://schemas.microsoft.com/office/drawing/2014/main" id="{B0528438-5622-D5AF-59DD-3D27DC89BA71}"/>
                  </a:ext>
                </a:extLst>
              </p:cNvPr>
              <p:cNvSpPr/>
              <p:nvPr/>
            </p:nvSpPr>
            <p:spPr bwMode="auto">
              <a:xfrm>
                <a:off x="763147" y="2018692"/>
                <a:ext cx="2497521" cy="2743201"/>
              </a:xfrm>
              <a:prstGeom prst="rect">
                <a:avLst/>
              </a:prstGeom>
              <a:gradFill flip="none" rotWithShape="1">
                <a:gsLst>
                  <a:gs pos="0">
                    <a:srgbClr val="00347E">
                      <a:alpha val="0"/>
                    </a:srgbClr>
                  </a:gs>
                  <a:gs pos="85000">
                    <a:srgbClr val="00347E">
                      <a:alpha val="74725"/>
                    </a:srgb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400" b="1" i="0" u="none" strike="noStrike" kern="1200" cap="none" spc="0" normalizeH="0" baseline="0" noProof="0" dirty="0">
                    <a:ln>
                      <a:noFill/>
                    </a:ln>
                    <a:solidFill>
                      <a:prstClr val="white"/>
                    </a:solidFill>
                    <a:effectLst/>
                    <a:uLnTx/>
                    <a:uFillTx/>
                    <a:latin typeface="Arial"/>
                    <a:ea typeface="ＭＳ Ｐゴシック"/>
                  </a:rPr>
                  <a:t>Sprint 3</a:t>
                </a:r>
              </a:p>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200" b="0" i="1" u="none" strike="noStrike" kern="1200" cap="none" spc="0" normalizeH="0" baseline="0" noProof="0" dirty="0">
                    <a:ln>
                      <a:noFill/>
                    </a:ln>
                    <a:solidFill>
                      <a:prstClr val="white"/>
                    </a:solidFill>
                    <a:effectLst/>
                    <a:uLnTx/>
                    <a:uFillTx/>
                    <a:latin typeface="Arial"/>
                    <a:ea typeface="ＭＳ Ｐゴシック"/>
                  </a:rPr>
                  <a:t>January</a:t>
                </a: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algn="l" rtl="0" fontAlgn="base">
                  <a:lnSpc>
                    <a:spcPts val="1120"/>
                  </a:lnSpc>
                  <a:buNone/>
                </a:pPr>
                <a:r>
                  <a:rPr lang="en-US" sz="1200" b="0" i="0" u="none" strike="noStrike" dirty="0">
                    <a:solidFill>
                      <a:srgbClr val="FFFFFF"/>
                    </a:solidFill>
                    <a:effectLst/>
                    <a:latin typeface="Arial" panose="020B0604020202020204" pitchFamily="34" charset="0"/>
                  </a:rPr>
                  <a:t>9 – Pro/Notebook Server Python dependencies deadline</a:t>
                </a: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u="none" strike="noStrike" dirty="0">
                    <a:solidFill>
                      <a:srgbClr val="FFFFFF"/>
                    </a:solidFill>
                    <a:effectLst/>
                    <a:latin typeface="Arial" panose="020B0604020202020204" pitchFamily="34" charset="0"/>
                  </a:rPr>
                  <a:t>30 – Cross Team PR Date</a:t>
                </a:r>
                <a:endParaRPr lang="en-US" sz="1200" b="0" i="0" dirty="0">
                  <a:effectLst/>
                </a:endParaRPr>
              </a:p>
            </p:txBody>
          </p:sp>
          <p:sp>
            <p:nvSpPr>
              <p:cNvPr id="8" name="Rectangle 7">
                <a:extLst>
                  <a:ext uri="{FF2B5EF4-FFF2-40B4-BE49-F238E27FC236}">
                    <a16:creationId xmlns:a16="http://schemas.microsoft.com/office/drawing/2014/main" id="{9F3B400B-ADFF-25CD-A4F5-6882239A1146}"/>
                  </a:ext>
                </a:extLst>
              </p:cNvPr>
              <p:cNvSpPr/>
              <p:nvPr/>
            </p:nvSpPr>
            <p:spPr bwMode="auto">
              <a:xfrm>
                <a:off x="3462553" y="2024855"/>
                <a:ext cx="2497520" cy="2743201"/>
              </a:xfrm>
              <a:prstGeom prst="rect">
                <a:avLst/>
              </a:prstGeom>
              <a:gradFill flip="none" rotWithShape="1">
                <a:gsLst>
                  <a:gs pos="0">
                    <a:srgbClr val="00347E">
                      <a:alpha val="0"/>
                    </a:srgbClr>
                  </a:gs>
                  <a:gs pos="85000">
                    <a:schemeClr val="accent4">
                      <a:alpha val="59985"/>
                    </a:scheme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400" b="1" i="0" u="none" strike="noStrike" kern="1200" cap="none" spc="0" normalizeH="0" baseline="0" noProof="0" dirty="0">
                    <a:ln>
                      <a:noFill/>
                    </a:ln>
                    <a:solidFill>
                      <a:prstClr val="white"/>
                    </a:solidFill>
                    <a:effectLst/>
                    <a:uLnTx/>
                    <a:uFillTx/>
                    <a:latin typeface="Arial"/>
                    <a:ea typeface="ＭＳ Ｐゴシック"/>
                  </a:rPr>
                  <a:t>Sprint 3</a:t>
                </a: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br>
                  <a:rPr kumimoji="0" lang="en-US" sz="1200" b="0" i="1" u="none" strike="noStrike" kern="1200" cap="none" spc="0" normalizeH="0" baseline="0" noProof="0" dirty="0">
                    <a:ln>
                      <a:noFill/>
                    </a:ln>
                    <a:solidFill>
                      <a:schemeClr val="tx1"/>
                    </a:solidFill>
                    <a:effectLst/>
                    <a:uLnTx/>
                    <a:uFillTx/>
                    <a:latin typeface="Arial"/>
                    <a:ea typeface="ＭＳ Ｐゴシック"/>
                  </a:rPr>
                </a:br>
                <a:r>
                  <a:rPr lang="en-US" sz="1200" i="1" dirty="0">
                    <a:solidFill>
                      <a:schemeClr val="tx1"/>
                    </a:solidFill>
                    <a:latin typeface="Arial"/>
                    <a:ea typeface="ＭＳ Ｐゴシック"/>
                  </a:rPr>
                  <a:t>February</a:t>
                </a:r>
                <a:br>
                  <a:rPr kumimoji="0" lang="en-US" sz="1200" b="0" i="0" u="none" strike="noStrike" kern="1200" cap="none" spc="0" normalizeH="0" baseline="0" noProof="0" dirty="0">
                    <a:ln>
                      <a:noFill/>
                    </a:ln>
                    <a:solidFill>
                      <a:schemeClr val="tx1"/>
                    </a:solidFill>
                    <a:effectLst/>
                    <a:uLnTx/>
                    <a:uFillTx/>
                    <a:latin typeface="Arial"/>
                    <a:ea typeface="ＭＳ Ｐゴシック"/>
                  </a:rPr>
                </a:br>
                <a:b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b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endParaRPr lang="en-US" sz="1200" dirty="0">
                  <a:solidFill>
                    <a:srgbClr val="007AC2">
                      <a:lumMod val="60000"/>
                      <a:lumOff val="40000"/>
                    </a:srgbClr>
                  </a:solidFill>
                  <a:latin typeface="Arial"/>
                  <a:ea typeface="ＭＳ Ｐゴシック"/>
                </a:endParaRPr>
              </a:p>
              <a:p>
                <a:pPr algn="l" rtl="0" fontAlgn="base">
                  <a:lnSpc>
                    <a:spcPts val="1120"/>
                  </a:lnSpc>
                  <a:buNone/>
                </a:pPr>
                <a:r>
                  <a:rPr lang="en-US" sz="1200" b="0" i="0" u="none" strike="noStrike" dirty="0">
                    <a:solidFill>
                      <a:srgbClr val="FFFFFF"/>
                    </a:solidFill>
                    <a:effectLst/>
                    <a:latin typeface="Arial" panose="020B0604020202020204" pitchFamily="34" charset="0"/>
                  </a:rPr>
                  <a:t>6 – API cert starts. </a:t>
                </a: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u="none" strike="noStrike" dirty="0">
                    <a:solidFill>
                      <a:srgbClr val="FFFFFF"/>
                    </a:solidFill>
                    <a:effectLst/>
                    <a:latin typeface="Arial" panose="020B0604020202020204" pitchFamily="34" charset="0"/>
                  </a:rPr>
                  <a:t>Code/Doc freeze</a:t>
                </a: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u="none" strike="noStrike" dirty="0" err="1">
                    <a:solidFill>
                      <a:srgbClr val="FFFFFF"/>
                    </a:solidFill>
                    <a:effectLst/>
                    <a:latin typeface="Arial" panose="020B0604020202020204" pitchFamily="34" charset="0"/>
                  </a:rPr>
                  <a:t>arcgis.learn</a:t>
                </a:r>
                <a:r>
                  <a:rPr lang="en-US" sz="1200" b="0" i="0" u="none" strike="noStrike" dirty="0">
                    <a:solidFill>
                      <a:srgbClr val="FFFFFF"/>
                    </a:solidFill>
                    <a:effectLst/>
                    <a:latin typeface="Arial" panose="020B0604020202020204" pitchFamily="34" charset="0"/>
                  </a:rPr>
                  <a:t> dependency freeze date</a:t>
                </a: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dirty="0">
                    <a:effectLst/>
                    <a:latin typeface="Arial" panose="020B0604020202020204" pitchFamily="34" charset="0"/>
                  </a:rPr>
                  <a:t>​</a:t>
                </a:r>
                <a:endParaRPr lang="en-US" sz="1200" b="0" i="0" dirty="0">
                  <a:effectLst/>
                </a:endParaRPr>
              </a:p>
              <a:p>
                <a:pPr algn="l" rtl="0" fontAlgn="base">
                  <a:lnSpc>
                    <a:spcPts val="1120"/>
                  </a:lnSpc>
                </a:pPr>
                <a:endParaRPr lang="en-US" sz="1200" u="none" strike="noStrike"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10 – Deep learning setups</a:t>
                </a:r>
                <a:r>
                  <a:rPr lang="en-US" sz="1200" b="0" i="0" dirty="0">
                    <a:effectLst/>
                    <a:latin typeface="Arial" panose="020B0604020202020204" pitchFamily="34" charset="0"/>
                  </a:rPr>
                  <a:t>​</a:t>
                </a:r>
                <a:endParaRPr lang="en-US" sz="1200" b="0" i="0" dirty="0">
                  <a:effectLst/>
                </a:endParaRP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endPar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endParaRPr>
              </a:p>
            </p:txBody>
          </p:sp>
          <p:sp>
            <p:nvSpPr>
              <p:cNvPr id="9" name="Rectangle 8">
                <a:extLst>
                  <a:ext uri="{FF2B5EF4-FFF2-40B4-BE49-F238E27FC236}">
                    <a16:creationId xmlns:a16="http://schemas.microsoft.com/office/drawing/2014/main" id="{E33366CB-77B0-E635-D7C9-D45CD11839C8}"/>
                  </a:ext>
                </a:extLst>
              </p:cNvPr>
              <p:cNvSpPr/>
              <p:nvPr/>
            </p:nvSpPr>
            <p:spPr bwMode="auto">
              <a:xfrm>
                <a:off x="8721548" y="2030770"/>
                <a:ext cx="2436395" cy="2743200"/>
              </a:xfrm>
              <a:prstGeom prst="rect">
                <a:avLst/>
              </a:prstGeom>
              <a:gradFill flip="none" rotWithShape="1">
                <a:gsLst>
                  <a:gs pos="0">
                    <a:srgbClr val="00347E">
                      <a:alpha val="0"/>
                    </a:srgbClr>
                  </a:gs>
                  <a:gs pos="85000">
                    <a:srgbClr val="5661FC">
                      <a:alpha val="59754"/>
                    </a:srgb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lang="en-US" sz="1400" b="1" dirty="0">
                    <a:solidFill>
                      <a:prstClr val="white"/>
                    </a:solidFill>
                    <a:latin typeface="Arial"/>
                    <a:ea typeface="ＭＳ Ｐゴシック"/>
                  </a:rPr>
                  <a:t>Certification</a:t>
                </a:r>
                <a:endParaRPr kumimoji="0" lang="en-US" sz="1400" b="1" i="0" u="none" strike="noStrike" kern="1200" cap="none" spc="0" normalizeH="0" baseline="0" noProof="0" dirty="0">
                  <a:ln>
                    <a:noFill/>
                  </a:ln>
                  <a:solidFill>
                    <a:prstClr val="white"/>
                  </a:solidFill>
                  <a:effectLst/>
                  <a:uLnTx/>
                  <a:uFillTx/>
                  <a:latin typeface="Arial"/>
                  <a:ea typeface="ＭＳ Ｐゴシック"/>
                </a:endParaRPr>
              </a:p>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lang="en-US" sz="1200" i="1" dirty="0">
                    <a:solidFill>
                      <a:prstClr val="white"/>
                    </a:solidFill>
                    <a:latin typeface="Arial"/>
                    <a:ea typeface="ＭＳ Ｐゴシック"/>
                  </a:rPr>
                  <a:t>March – Apr 6</a:t>
                </a:r>
                <a:endParaRPr kumimoji="0" lang="en-US" sz="1200" b="0" i="1" u="none" strike="noStrike" kern="1200" cap="none" spc="0" normalizeH="0" baseline="0" noProof="0" dirty="0">
                  <a:ln>
                    <a:noFill/>
                  </a:ln>
                  <a:solidFill>
                    <a:prstClr val="white"/>
                  </a:solidFill>
                  <a:effectLst/>
                  <a:uLnTx/>
                  <a:uFillTx/>
                  <a:latin typeface="Arial"/>
                  <a:ea typeface="ＭＳ Ｐゴシック"/>
                </a:endParaRP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algn="l" rtl="0" fontAlgn="base">
                  <a:lnSpc>
                    <a:spcPts val="1120"/>
                  </a:lnSpc>
                </a:pPr>
                <a:r>
                  <a:rPr lang="en-US" sz="1200" b="0" i="0" u="none" strike="noStrike" dirty="0">
                    <a:solidFill>
                      <a:srgbClr val="FFFFFF"/>
                    </a:solidFill>
                    <a:effectLst/>
                    <a:latin typeface="Arial" panose="020B0604020202020204" pitchFamily="34" charset="0"/>
                  </a:rPr>
                  <a:t>2 – Pro 3. 7 Feature Freeze</a:t>
                </a:r>
                <a:r>
                  <a:rPr lang="en-US" sz="1200" b="0" i="0" dirty="0">
                    <a:effectLst/>
                    <a:latin typeface="Arial" panose="020B0604020202020204" pitchFamily="34" charset="0"/>
                  </a:rPr>
                  <a:t>​</a:t>
                </a:r>
              </a:p>
              <a:p>
                <a:pPr algn="l" rtl="0" fontAlgn="base">
                  <a:lnSpc>
                    <a:spcPts val="1120"/>
                  </a:lnSpc>
                </a:pPr>
                <a:endParaRPr lang="en-US" sz="1200" b="0" i="0" u="none" strike="noStrike" dirty="0">
                  <a:solidFill>
                    <a:srgbClr val="FFFFFF"/>
                  </a:solidFill>
                  <a:effectLst/>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3 – Pro 3.7 Code Freeze</a:t>
                </a:r>
                <a:r>
                  <a:rPr lang="en-US" sz="1200" b="0" i="0" dirty="0">
                    <a:effectLst/>
                    <a:latin typeface="Arial" panose="020B0604020202020204" pitchFamily="34" charset="0"/>
                  </a:rPr>
                  <a:t>​</a:t>
                </a:r>
              </a:p>
              <a:p>
                <a:pPr algn="l" rtl="0" fontAlgn="base">
                  <a:lnSpc>
                    <a:spcPts val="1120"/>
                  </a:lnSpc>
                </a:pPr>
                <a:endParaRPr lang="en-US" sz="1200" b="0" i="0" u="none" strike="noStrike" dirty="0">
                  <a:solidFill>
                    <a:srgbClr val="FFFFFF"/>
                  </a:solidFill>
                  <a:effectLst/>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17 – API Build freeze</a:t>
                </a:r>
                <a:r>
                  <a:rPr lang="en-US" sz="1200" b="0" i="0" dirty="0">
                    <a:effectLst/>
                    <a:latin typeface="Arial" panose="020B0604020202020204" pitchFamily="34" charset="0"/>
                  </a:rPr>
                  <a:t>​</a:t>
                </a:r>
              </a:p>
              <a:p>
                <a:pPr algn="l" rtl="0" fontAlgn="base">
                  <a:lnSpc>
                    <a:spcPts val="1120"/>
                  </a:lnSpc>
                </a:pPr>
                <a:endParaRPr lang="en-US" sz="1200" b="0" i="0" u="none" strike="noStrike" dirty="0">
                  <a:solidFill>
                    <a:srgbClr val="FFFFFF"/>
                  </a:solidFill>
                  <a:effectLst/>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24 – API Release</a:t>
                </a:r>
                <a:r>
                  <a:rPr lang="en-US" sz="1200" b="0" i="0" dirty="0">
                    <a:effectLst/>
                    <a:latin typeface="Arial" panose="020B0604020202020204" pitchFamily="34" charset="0"/>
                  </a:rPr>
                  <a:t>​</a:t>
                </a:r>
              </a:p>
              <a:p>
                <a:pPr algn="l" rtl="0" fontAlgn="base">
                  <a:lnSpc>
                    <a:spcPts val="1120"/>
                  </a:lnSpc>
                </a:pPr>
                <a:endParaRPr lang="en-US" sz="1200" b="0" i="0" u="none" strike="noStrike" dirty="0">
                  <a:solidFill>
                    <a:srgbClr val="FFFFFF"/>
                  </a:solidFill>
                  <a:effectLst/>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30 – Branch AO 11</a:t>
                </a:r>
                <a:r>
                  <a:rPr lang="en-US" sz="1200" b="0" i="0" dirty="0">
                    <a:effectLst/>
                    <a:latin typeface="Arial" panose="020B0604020202020204" pitchFamily="34" charset="0"/>
                  </a:rPr>
                  <a:t>​</a:t>
                </a:r>
              </a:p>
              <a:p>
                <a:pPr algn="l" rtl="0" fontAlgn="base">
                  <a:lnSpc>
                    <a:spcPts val="1120"/>
                  </a:lnSpc>
                </a:pPr>
                <a:endParaRPr lang="en-US" sz="1200" b="0" i="0" u="none" strike="noStrike" dirty="0">
                  <a:solidFill>
                    <a:srgbClr val="FFFFFF"/>
                  </a:solidFill>
                  <a:effectLst/>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b="0" i="0" u="none" strike="noStrike" dirty="0">
                    <a:solidFill>
                      <a:srgbClr val="FFFFFF"/>
                    </a:solidFill>
                    <a:effectLst/>
                    <a:latin typeface="Arial" panose="020B0604020202020204" pitchFamily="34" charset="0"/>
                  </a:rPr>
                  <a:t>4/6 - Pro RC1</a:t>
                </a:r>
                <a:r>
                  <a:rPr lang="en-US" sz="1200" b="0" i="0" dirty="0">
                    <a:effectLst/>
                    <a:latin typeface="Arial" panose="020B0604020202020204" pitchFamily="34" charset="0"/>
                  </a:rPr>
                  <a:t>​</a:t>
                </a:r>
              </a:p>
            </p:txBody>
          </p:sp>
          <p:sp>
            <p:nvSpPr>
              <p:cNvPr id="10" name="Rectangle 9">
                <a:extLst>
                  <a:ext uri="{FF2B5EF4-FFF2-40B4-BE49-F238E27FC236}">
                    <a16:creationId xmlns:a16="http://schemas.microsoft.com/office/drawing/2014/main" id="{6CEB6EFB-DBFE-34FC-72A0-ECDBCACEB753}"/>
                  </a:ext>
                </a:extLst>
              </p:cNvPr>
              <p:cNvSpPr/>
              <p:nvPr/>
            </p:nvSpPr>
            <p:spPr bwMode="auto">
              <a:xfrm>
                <a:off x="6093956" y="2018633"/>
                <a:ext cx="2497521" cy="2743201"/>
              </a:xfrm>
              <a:prstGeom prst="rect">
                <a:avLst/>
              </a:prstGeom>
              <a:gradFill flip="none" rotWithShape="1">
                <a:gsLst>
                  <a:gs pos="0">
                    <a:srgbClr val="00347E">
                      <a:alpha val="0"/>
                    </a:srgbClr>
                  </a:gs>
                  <a:gs pos="85000">
                    <a:srgbClr val="1FB5A1">
                      <a:alpha val="42032"/>
                    </a:srgb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200" b="1" i="0" u="none" strike="noStrike" kern="1200" cap="none" spc="0" normalizeH="0" baseline="0" noProof="0" dirty="0">
                    <a:ln>
                      <a:noFill/>
                    </a:ln>
                    <a:solidFill>
                      <a:prstClr val="white"/>
                    </a:solidFill>
                    <a:effectLst/>
                    <a:uLnTx/>
                    <a:uFillTx/>
                    <a:latin typeface="Arial"/>
                    <a:ea typeface="ＭＳ Ｐゴシック"/>
                  </a:rPr>
                  <a:t>Certification 2.4.3</a:t>
                </a:r>
              </a:p>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200" b="0" i="1" u="none" strike="noStrike" kern="1200" cap="none" spc="0" normalizeH="0" baseline="0" noProof="0" dirty="0">
                    <a:ln>
                      <a:noFill/>
                    </a:ln>
                    <a:solidFill>
                      <a:prstClr val="white"/>
                    </a:solidFill>
                    <a:effectLst/>
                    <a:uLnTx/>
                    <a:uFillTx/>
                    <a:latin typeface="Arial"/>
                    <a:ea typeface="ＭＳ Ｐゴシック"/>
                  </a:rPr>
                  <a:t>February 6 – March 17</a:t>
                </a: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algn="l" rtl="0" fontAlgn="base">
                  <a:lnSpc>
                    <a:spcPts val="1120"/>
                  </a:lnSpc>
                  <a:buNone/>
                </a:pPr>
                <a:r>
                  <a:rPr lang="en-US" sz="1200" b="0" i="0" u="none" strike="noStrike" dirty="0">
                    <a:solidFill>
                      <a:srgbClr val="FFFFFF"/>
                    </a:solidFill>
                    <a:effectLst/>
                    <a:latin typeface="Arial" panose="020B0604020202020204" pitchFamily="34" charset="0"/>
                  </a:rPr>
                  <a:t>​</a:t>
                </a:r>
              </a:p>
              <a:p>
                <a:pPr algn="l" rtl="0" fontAlgn="base">
                  <a:lnSpc>
                    <a:spcPts val="1120"/>
                  </a:lnSpc>
                </a:pPr>
                <a:r>
                  <a:rPr lang="en-US" sz="1200" b="0" i="0" u="none" strike="noStrike" dirty="0">
                    <a:solidFill>
                      <a:srgbClr val="FFFFFF"/>
                    </a:solidFill>
                    <a:effectLst/>
                    <a:latin typeface="Arial" panose="020B0604020202020204" pitchFamily="34" charset="0"/>
                  </a:rPr>
                  <a:t>2/28 –  end </a:t>
                </a:r>
                <a:r>
                  <a:rPr lang="en-US" sz="1200" b="0" i="0" u="none" strike="noStrike" dirty="0" err="1">
                    <a:solidFill>
                      <a:srgbClr val="FFFFFF"/>
                    </a:solidFill>
                    <a:effectLst/>
                    <a:latin typeface="Arial" panose="020B0604020202020204" pitchFamily="34" charset="0"/>
                  </a:rPr>
                  <a:t>PreRelease</a:t>
                </a:r>
                <a:r>
                  <a:rPr lang="en-US" sz="1200" b="0" i="0" u="none" strike="noStrike" dirty="0">
                    <a:solidFill>
                      <a:srgbClr val="FFFFFF"/>
                    </a:solidFill>
                    <a:effectLst/>
                    <a:latin typeface="Arial" panose="020B0604020202020204" pitchFamily="34" charset="0"/>
                  </a:rPr>
                  <a:t> certification </a:t>
                </a:r>
                <a:r>
                  <a:rPr lang="en-US" sz="1200" b="0" i="0" dirty="0">
                    <a:effectLst/>
                    <a:latin typeface="Arial" panose="020B0604020202020204" pitchFamily="34" charset="0"/>
                  </a:rPr>
                  <a:t>​</a:t>
                </a:r>
              </a:p>
              <a:p>
                <a:pPr algn="l" rtl="0" fontAlgn="base">
                  <a:lnSpc>
                    <a:spcPts val="1120"/>
                  </a:lnSpc>
                  <a:buNone/>
                </a:pPr>
                <a:r>
                  <a:rPr lang="en-US" sz="1200" b="0" i="0" dirty="0">
                    <a:effectLst/>
                    <a:latin typeface="Arial" panose="020B0604020202020204" pitchFamily="34" charset="0"/>
                  </a:rPr>
                  <a:t>​</a:t>
                </a:r>
                <a:endParaRPr lang="en-US" sz="1200" b="0" i="0" dirty="0">
                  <a:effectLst/>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endParaRPr lang="en-US" sz="1200" dirty="0">
                  <a:solidFill>
                    <a:srgbClr val="FFFFFF"/>
                  </a:solidFill>
                  <a:latin typeface="Arial" panose="020B0604020202020204" pitchFamily="34" charset="0"/>
                </a:endParaRPr>
              </a:p>
              <a:p>
                <a:pPr algn="l" rtl="0" fontAlgn="base">
                  <a:lnSpc>
                    <a:spcPts val="1120"/>
                  </a:lnSpc>
                </a:pPr>
                <a:r>
                  <a:rPr lang="en-US" sz="1200" dirty="0">
                    <a:solidFill>
                      <a:srgbClr val="FFFFFF"/>
                    </a:solidFill>
                    <a:latin typeface="Arial" panose="020B0604020202020204" pitchFamily="34" charset="0"/>
                  </a:rPr>
                  <a:t>3</a:t>
                </a:r>
                <a:r>
                  <a:rPr lang="en-US" sz="1200" b="0" i="0" u="none" strike="noStrike" dirty="0">
                    <a:solidFill>
                      <a:srgbClr val="FFFFFF"/>
                    </a:solidFill>
                    <a:effectLst/>
                    <a:latin typeface="Arial" panose="020B0604020202020204" pitchFamily="34" charset="0"/>
                  </a:rPr>
                  <a:t>/3 – API prerelease</a:t>
                </a:r>
                <a:r>
                  <a:rPr lang="en-US" sz="1200" b="0" i="0" dirty="0">
                    <a:effectLst/>
                    <a:latin typeface="Arial" panose="020B0604020202020204" pitchFamily="34" charset="0"/>
                  </a:rPr>
                  <a:t>​</a:t>
                </a:r>
              </a:p>
              <a:p>
                <a:pPr algn="l" rtl="0" fontAlgn="base">
                  <a:lnSpc>
                    <a:spcPts val="1120"/>
                  </a:lnSpc>
                  <a:buNone/>
                </a:pPr>
                <a:r>
                  <a:rPr lang="en-US" sz="1200" b="0" i="0" dirty="0">
                    <a:effectLst/>
                    <a:latin typeface="Arial" panose="020B0604020202020204" pitchFamily="34" charset="0"/>
                  </a:rPr>
                  <a:t>​</a:t>
                </a:r>
                <a:endParaRPr lang="en-US" sz="1200" b="0" i="0" dirty="0">
                  <a:effectLst/>
                </a:endParaRPr>
              </a:p>
              <a:p>
                <a:pPr algn="l" rtl="0" fontAlgn="base">
                  <a:lnSpc>
                    <a:spcPts val="1120"/>
                  </a:lnSpc>
                  <a:buNone/>
                </a:pPr>
                <a:r>
                  <a:rPr lang="en-US" sz="1200" b="0" i="0" dirty="0">
                    <a:effectLst/>
                    <a:latin typeface="Arial" panose="020B0604020202020204" pitchFamily="34" charset="0"/>
                  </a:rPr>
                  <a:t>​</a:t>
                </a:r>
                <a:endParaRPr lang="en-US" sz="1200" b="0" i="0" dirty="0">
                  <a:effectLst/>
                </a:endParaRPr>
              </a:p>
            </p:txBody>
          </p:sp>
        </p:grpSp>
        <p:sp>
          <p:nvSpPr>
            <p:cNvPr id="11" name="Rectangle 10">
              <a:extLst>
                <a:ext uri="{FF2B5EF4-FFF2-40B4-BE49-F238E27FC236}">
                  <a16:creationId xmlns:a16="http://schemas.microsoft.com/office/drawing/2014/main" id="{621977D6-28A6-28F1-42BA-D53864DE240C}"/>
                </a:ext>
              </a:extLst>
            </p:cNvPr>
            <p:cNvSpPr/>
            <p:nvPr/>
          </p:nvSpPr>
          <p:spPr bwMode="auto">
            <a:xfrm>
              <a:off x="-935707" y="1995791"/>
              <a:ext cx="2433766" cy="3282790"/>
            </a:xfrm>
            <a:prstGeom prst="rect">
              <a:avLst/>
            </a:prstGeom>
            <a:gradFill flip="none" rotWithShape="1">
              <a:gsLst>
                <a:gs pos="0">
                  <a:srgbClr val="00347E">
                    <a:alpha val="0"/>
                  </a:srgbClr>
                </a:gs>
                <a:gs pos="85000">
                  <a:srgbClr val="00347E">
                    <a:alpha val="57000"/>
                  </a:srgb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400" b="1" i="0" u="none" strike="noStrike" kern="1200" cap="none" spc="0" normalizeH="0" baseline="0" noProof="0" dirty="0">
                  <a:ln>
                    <a:noFill/>
                  </a:ln>
                  <a:solidFill>
                    <a:prstClr val="white"/>
                  </a:solidFill>
                  <a:effectLst/>
                  <a:uLnTx/>
                  <a:uFillTx/>
                  <a:latin typeface="Arial"/>
                  <a:ea typeface="ＭＳ Ｐゴシック"/>
                </a:rPr>
                <a:t>Sprint 1, 2,</a:t>
              </a:r>
            </a:p>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200" i="1" u="none" strike="noStrike" kern="1200" cap="none" spc="0" normalizeH="0" baseline="0" noProof="0" dirty="0">
                  <a:ln>
                    <a:noFill/>
                  </a:ln>
                  <a:solidFill>
                    <a:prstClr val="white"/>
                  </a:solidFill>
                  <a:effectLst/>
                  <a:uLnTx/>
                  <a:uFillTx/>
                  <a:latin typeface="Arial"/>
                  <a:ea typeface="ＭＳ Ｐゴシック"/>
                </a:rPr>
                <a:t>October - December</a:t>
              </a: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marL="118872" marR="0" lvl="0" indent="-118872"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Arial"/>
                  <a:ea typeface="ＭＳ Ｐゴシック"/>
                </a:rPr>
                <a:t>Development Sprints</a:t>
              </a:r>
            </a:p>
          </p:txBody>
        </p:sp>
      </p:grpSp>
      <p:sp>
        <p:nvSpPr>
          <p:cNvPr id="13" name="Right Arrow 33">
            <a:extLst>
              <a:ext uri="{FF2B5EF4-FFF2-40B4-BE49-F238E27FC236}">
                <a16:creationId xmlns:a16="http://schemas.microsoft.com/office/drawing/2014/main" id="{1D3742C1-4166-EA90-2F54-664A94631B67}"/>
              </a:ext>
            </a:extLst>
          </p:cNvPr>
          <p:cNvSpPr>
            <a:spLocks noChangeAspect="1"/>
          </p:cNvSpPr>
          <p:nvPr/>
        </p:nvSpPr>
        <p:spPr bwMode="auto">
          <a:xfrm>
            <a:off x="2294513" y="3522517"/>
            <a:ext cx="237814" cy="388371"/>
          </a:xfrm>
          <a:prstGeom prst="rightArrow">
            <a:avLst>
              <a:gd name="adj1" fmla="val 57160"/>
              <a:gd name="adj2" fmla="val 50479"/>
            </a:avLst>
          </a:prstGeom>
          <a:gradFill flip="none" rotWithShape="1">
            <a:gsLst>
              <a:gs pos="0">
                <a:schemeClr val="bg2">
                  <a:lumMod val="20000"/>
                  <a:lumOff val="80000"/>
                  <a:alpha val="40071"/>
                </a:schemeClr>
              </a:gs>
              <a:gs pos="80000">
                <a:schemeClr val="bg2">
                  <a:lumMod val="20000"/>
                  <a:lumOff val="80000"/>
                  <a:alpha val="0"/>
                </a:schemeClr>
              </a:gs>
            </a:gsLst>
            <a:lin ang="10800000" scaled="1"/>
            <a:tileRect/>
          </a:gradFill>
          <a:ln w="76200" cap="flat" cmpd="sng" algn="ctr">
            <a:noFill/>
            <a:prstDash val="solid"/>
            <a:round/>
            <a:headEnd type="none" w="med" len="med"/>
            <a:tailEnd type="none" w="med" len="med"/>
          </a:ln>
          <a:effectLst>
            <a:outerShdw blurRad="25400" algn="ctr" rotWithShape="0">
              <a:srgbClr val="32FDFC">
                <a:alpha val="4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a:ea typeface="ＭＳ Ｐゴシック"/>
            </a:endParaRPr>
          </a:p>
        </p:txBody>
      </p:sp>
      <p:sp>
        <p:nvSpPr>
          <p:cNvPr id="14" name="Right Arrow 33">
            <a:extLst>
              <a:ext uri="{FF2B5EF4-FFF2-40B4-BE49-F238E27FC236}">
                <a16:creationId xmlns:a16="http://schemas.microsoft.com/office/drawing/2014/main" id="{52D6B224-F50E-7C10-6716-6D0B0881D198}"/>
              </a:ext>
            </a:extLst>
          </p:cNvPr>
          <p:cNvSpPr>
            <a:spLocks noChangeAspect="1"/>
          </p:cNvSpPr>
          <p:nvPr/>
        </p:nvSpPr>
        <p:spPr bwMode="auto">
          <a:xfrm>
            <a:off x="4781458" y="3522517"/>
            <a:ext cx="237814" cy="388371"/>
          </a:xfrm>
          <a:prstGeom prst="rightArrow">
            <a:avLst>
              <a:gd name="adj1" fmla="val 57160"/>
              <a:gd name="adj2" fmla="val 50479"/>
            </a:avLst>
          </a:prstGeom>
          <a:gradFill flip="none" rotWithShape="1">
            <a:gsLst>
              <a:gs pos="0">
                <a:schemeClr val="bg2">
                  <a:lumMod val="20000"/>
                  <a:lumOff val="80000"/>
                  <a:alpha val="40071"/>
                </a:schemeClr>
              </a:gs>
              <a:gs pos="80000">
                <a:schemeClr val="bg2">
                  <a:lumMod val="20000"/>
                  <a:lumOff val="80000"/>
                  <a:alpha val="0"/>
                </a:schemeClr>
              </a:gs>
            </a:gsLst>
            <a:lin ang="10800000" scaled="1"/>
            <a:tileRect/>
          </a:gradFill>
          <a:ln w="76200" cap="flat" cmpd="sng" algn="ctr">
            <a:noFill/>
            <a:prstDash val="solid"/>
            <a:round/>
            <a:headEnd type="none" w="med" len="med"/>
            <a:tailEnd type="none" w="med" len="med"/>
          </a:ln>
          <a:effectLst>
            <a:outerShdw blurRad="25400" algn="ctr" rotWithShape="0">
              <a:srgbClr val="32FDFC">
                <a:alpha val="4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a:ea typeface="ＭＳ Ｐゴシック"/>
            </a:endParaRPr>
          </a:p>
        </p:txBody>
      </p:sp>
      <p:sp>
        <p:nvSpPr>
          <p:cNvPr id="15" name="Right Arrow 33">
            <a:extLst>
              <a:ext uri="{FF2B5EF4-FFF2-40B4-BE49-F238E27FC236}">
                <a16:creationId xmlns:a16="http://schemas.microsoft.com/office/drawing/2014/main" id="{7EFF8203-1187-6881-ADEC-ECD59D99DEF6}"/>
              </a:ext>
            </a:extLst>
          </p:cNvPr>
          <p:cNvSpPr>
            <a:spLocks noChangeAspect="1"/>
          </p:cNvSpPr>
          <p:nvPr/>
        </p:nvSpPr>
        <p:spPr bwMode="auto">
          <a:xfrm>
            <a:off x="7210950" y="3522517"/>
            <a:ext cx="237814" cy="388371"/>
          </a:xfrm>
          <a:prstGeom prst="rightArrow">
            <a:avLst>
              <a:gd name="adj1" fmla="val 57160"/>
              <a:gd name="adj2" fmla="val 50479"/>
            </a:avLst>
          </a:prstGeom>
          <a:gradFill flip="none" rotWithShape="1">
            <a:gsLst>
              <a:gs pos="0">
                <a:schemeClr val="bg2">
                  <a:lumMod val="20000"/>
                  <a:lumOff val="80000"/>
                  <a:alpha val="40071"/>
                </a:schemeClr>
              </a:gs>
              <a:gs pos="80000">
                <a:schemeClr val="bg2">
                  <a:lumMod val="20000"/>
                  <a:lumOff val="80000"/>
                  <a:alpha val="0"/>
                </a:schemeClr>
              </a:gs>
            </a:gsLst>
            <a:lin ang="10800000" scaled="1"/>
            <a:tileRect/>
          </a:gradFill>
          <a:ln w="76200" cap="flat" cmpd="sng" algn="ctr">
            <a:noFill/>
            <a:prstDash val="solid"/>
            <a:round/>
            <a:headEnd type="none" w="med" len="med"/>
            <a:tailEnd type="none" w="med" len="med"/>
          </a:ln>
          <a:effectLst>
            <a:outerShdw blurRad="25400" algn="ctr" rotWithShape="0">
              <a:srgbClr val="32FDFC">
                <a:alpha val="4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a:ea typeface="ＭＳ Ｐゴシック"/>
            </a:endParaRPr>
          </a:p>
        </p:txBody>
      </p:sp>
      <p:sp>
        <p:nvSpPr>
          <p:cNvPr id="16" name="Right Arrow 33">
            <a:extLst>
              <a:ext uri="{FF2B5EF4-FFF2-40B4-BE49-F238E27FC236}">
                <a16:creationId xmlns:a16="http://schemas.microsoft.com/office/drawing/2014/main" id="{4EA39EC1-06B7-FE6F-26F5-4651772FBE79}"/>
              </a:ext>
            </a:extLst>
          </p:cNvPr>
          <p:cNvSpPr>
            <a:spLocks noChangeAspect="1"/>
          </p:cNvSpPr>
          <p:nvPr/>
        </p:nvSpPr>
        <p:spPr bwMode="auto">
          <a:xfrm>
            <a:off x="9585061" y="3522516"/>
            <a:ext cx="237814" cy="388371"/>
          </a:xfrm>
          <a:prstGeom prst="rightArrow">
            <a:avLst>
              <a:gd name="adj1" fmla="val 57160"/>
              <a:gd name="adj2" fmla="val 50479"/>
            </a:avLst>
          </a:prstGeom>
          <a:gradFill flip="none" rotWithShape="1">
            <a:gsLst>
              <a:gs pos="0">
                <a:schemeClr val="bg2">
                  <a:lumMod val="20000"/>
                  <a:lumOff val="80000"/>
                  <a:alpha val="40071"/>
                </a:schemeClr>
              </a:gs>
              <a:gs pos="80000">
                <a:schemeClr val="bg2">
                  <a:lumMod val="20000"/>
                  <a:lumOff val="80000"/>
                  <a:alpha val="0"/>
                </a:schemeClr>
              </a:gs>
            </a:gsLst>
            <a:lin ang="10800000" scaled="1"/>
            <a:tileRect/>
          </a:gradFill>
          <a:ln w="76200" cap="flat" cmpd="sng" algn="ctr">
            <a:noFill/>
            <a:prstDash val="solid"/>
            <a:round/>
            <a:headEnd type="none" w="med" len="med"/>
            <a:tailEnd type="none" w="med" len="med"/>
          </a:ln>
          <a:effectLst>
            <a:outerShdw blurRad="25400" algn="ctr" rotWithShape="0">
              <a:srgbClr val="32FDFC">
                <a:alpha val="4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a:ea typeface="ＭＳ Ｐゴシック"/>
            </a:endParaRPr>
          </a:p>
        </p:txBody>
      </p:sp>
      <p:sp>
        <p:nvSpPr>
          <p:cNvPr id="19" name="Flowchart: Off-page Connector 18">
            <a:extLst>
              <a:ext uri="{FF2B5EF4-FFF2-40B4-BE49-F238E27FC236}">
                <a16:creationId xmlns:a16="http://schemas.microsoft.com/office/drawing/2014/main" id="{9219E6ED-E9D9-B256-99CD-9968168F1ED8}"/>
              </a:ext>
            </a:extLst>
          </p:cNvPr>
          <p:cNvSpPr/>
          <p:nvPr/>
        </p:nvSpPr>
        <p:spPr bwMode="auto">
          <a:xfrm>
            <a:off x="11048799" y="369957"/>
            <a:ext cx="995189" cy="1017334"/>
          </a:xfrm>
          <a:prstGeom prst="flowChartOffpageConnector">
            <a:avLst/>
          </a:prstGeom>
          <a:solidFill>
            <a:srgbClr val="35AC46">
              <a:lumMod val="20000"/>
              <a:lumOff val="80000"/>
            </a:srgbClr>
          </a:solidFill>
          <a:ln w="25400" cap="flat" cmpd="sng" algn="ctr">
            <a:solidFill>
              <a:srgbClr val="35AC46">
                <a:lumMod val="20000"/>
                <a:lumOff val="80000"/>
              </a:srgbClr>
            </a:solidFill>
            <a:prstDash val="solid"/>
            <a:headEnd type="none" w="med" len="med"/>
            <a:tailEnd type="none" w="med" len="med"/>
          </a:ln>
          <a:effectLst/>
        </p:spPr>
        <p:txBody>
          <a:bodyPr vert="horz" wrap="square" lIns="0" tIns="0" rIns="0" bIns="0" numCol="1" rtlCol="0" anchor="ctr" anchorCtr="1"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600" b="0" i="0" u="none" strike="noStrike" kern="0" cap="none" spc="0" normalizeH="0" baseline="0" noProof="0" dirty="0">
                <a:ln w="0">
                  <a:solidFill>
                    <a:sysClr val="windowText" lastClr="000000"/>
                  </a:solidFill>
                </a:ln>
                <a:solidFill>
                  <a:sysClr val="windowText" lastClr="000000"/>
                </a:solidFill>
                <a:effectLst/>
                <a:uLnTx/>
                <a:uFillTx/>
                <a:latin typeface="Arial"/>
                <a:ea typeface="ＭＳ Ｐゴシック"/>
              </a:rPr>
              <a:t>Driver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CA" sz="1600" b="0" i="0" u="none" strike="noStrike" kern="0" cap="none" spc="0" normalizeH="0" baseline="0" noProof="0" dirty="0">
                <a:ln w="0">
                  <a:solidFill>
                    <a:sysClr val="windowText" lastClr="000000"/>
                  </a:solidFill>
                </a:ln>
                <a:solidFill>
                  <a:sysClr val="windowText" lastClr="000000"/>
                </a:solidFill>
                <a:effectLst/>
                <a:uLnTx/>
                <a:uFillTx/>
                <a:latin typeface="Arial"/>
                <a:ea typeface="ＭＳ Ｐゴシック"/>
              </a:rPr>
              <a:t>Project</a:t>
            </a:r>
          </a:p>
        </p:txBody>
      </p:sp>
      <p:cxnSp>
        <p:nvCxnSpPr>
          <p:cNvPr id="18" name="Straight Connector 17">
            <a:extLst>
              <a:ext uri="{FF2B5EF4-FFF2-40B4-BE49-F238E27FC236}">
                <a16:creationId xmlns:a16="http://schemas.microsoft.com/office/drawing/2014/main" id="{180C9ABE-8E41-9A31-6620-9FFDBAD8A133}"/>
              </a:ext>
            </a:extLst>
          </p:cNvPr>
          <p:cNvCxnSpPr>
            <a:cxnSpLocks/>
          </p:cNvCxnSpPr>
          <p:nvPr/>
        </p:nvCxnSpPr>
        <p:spPr bwMode="auto">
          <a:xfrm>
            <a:off x="139930" y="5654189"/>
            <a:ext cx="11912140" cy="0"/>
          </a:xfrm>
          <a:prstGeom prst="line">
            <a:avLst/>
          </a:prstGeom>
          <a:noFill/>
          <a:ln w="44450" cap="sq" cmpd="sng" algn="ctr">
            <a:solidFill>
              <a:schemeClr val="tx1">
                <a:lumMod val="50000"/>
                <a:lumOff val="50000"/>
                <a:alpha val="35000"/>
              </a:schemeClr>
            </a:solidFill>
            <a:prstDash val="solid"/>
            <a:round/>
            <a:headEnd type="none" w="med" len="sm"/>
            <a:tailEnd type="none" w="med" len="med"/>
          </a:ln>
          <a:effectLst/>
        </p:spPr>
      </p:cxnSp>
      <p:sp>
        <p:nvSpPr>
          <p:cNvPr id="67" name="Oval 66">
            <a:extLst>
              <a:ext uri="{FF2B5EF4-FFF2-40B4-BE49-F238E27FC236}">
                <a16:creationId xmlns:a16="http://schemas.microsoft.com/office/drawing/2014/main" id="{3CB24A7E-3EC4-69A9-6058-2383EFE4D212}"/>
              </a:ext>
            </a:extLst>
          </p:cNvPr>
          <p:cNvSpPr/>
          <p:nvPr/>
        </p:nvSpPr>
        <p:spPr bwMode="auto">
          <a:xfrm rot="20828453">
            <a:off x="5555110" y="5625170"/>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31" name="TextBox 30">
            <a:extLst>
              <a:ext uri="{FF2B5EF4-FFF2-40B4-BE49-F238E27FC236}">
                <a16:creationId xmlns:a16="http://schemas.microsoft.com/office/drawing/2014/main" id="{A341AFAF-7E5A-3C6D-890A-04B882045932}"/>
              </a:ext>
            </a:extLst>
          </p:cNvPr>
          <p:cNvSpPr txBox="1"/>
          <p:nvPr/>
        </p:nvSpPr>
        <p:spPr>
          <a:xfrm>
            <a:off x="8099797" y="5869587"/>
            <a:ext cx="991610" cy="392390"/>
          </a:xfrm>
          <a:prstGeom prst="rect">
            <a:avLst/>
          </a:prstGeom>
          <a:noFill/>
          <a:effectLst/>
        </p:spPr>
        <p:txBody>
          <a:bodyPr wrap="square" lIns="0" tIns="0" rIns="0" bIns="0" rtlCol="0" anchor="ctr">
            <a:noAutofit/>
          </a:bodyPr>
          <a:lstStyle/>
          <a:p>
            <a:pPr marL="0" marR="0" lvl="0" indent="0" algn="ctr" defTabSz="457200" rtl="0" eaLnBrk="0" fontAlgn="base" latinLnBrk="0" hangingPunct="0">
              <a:lnSpc>
                <a:spcPct val="100000"/>
              </a:lnSpc>
              <a:spcBef>
                <a:spcPts val="300"/>
              </a:spcBef>
              <a:spcAft>
                <a:spcPct val="0"/>
              </a:spcAft>
              <a:buClrTx/>
              <a:buSzTx/>
              <a:buFontTx/>
              <a:buNone/>
              <a:tabLst/>
              <a:defRPr/>
            </a:pPr>
            <a:r>
              <a:rPr lang="en-US" sz="1200" dirty="0">
                <a:ln w="76200" cmpd="sng">
                  <a:noFill/>
                </a:ln>
                <a:solidFill>
                  <a:prstClr val="white">
                    <a:lumMod val="65000"/>
                    <a:lumOff val="35000"/>
                  </a:prstClr>
                </a:solidFill>
                <a:latin typeface="Arial"/>
                <a:ea typeface="ＭＳ Ｐゴシック" pitchFamily="16" charset="-128"/>
              </a:rPr>
              <a:t>Dev &amp; Tech Summit </a:t>
            </a:r>
            <a:endParaRPr kumimoji="0" lang="en-US" sz="1100" b="0" i="0" u="none" strike="noStrike" kern="1200" cap="none" spc="0" normalizeH="0" baseline="0" noProof="0" dirty="0">
              <a:ln w="76200" cmpd="sng">
                <a:noFill/>
              </a:ln>
              <a:solidFill>
                <a:prstClr val="white">
                  <a:lumMod val="65000"/>
                  <a:lumOff val="35000"/>
                </a:prstClr>
              </a:solidFill>
              <a:effectLst/>
              <a:uLnTx/>
              <a:uFillTx/>
              <a:latin typeface="Arial"/>
              <a:ea typeface="ＭＳ Ｐゴシック" pitchFamily="16" charset="-128"/>
            </a:endParaRPr>
          </a:p>
          <a:p>
            <a:pPr marL="0" marR="0" lvl="0" indent="0" algn="ctr" defTabSz="457200" rtl="0" eaLnBrk="0" fontAlgn="base" latinLnBrk="0" hangingPunct="0">
              <a:lnSpc>
                <a:spcPct val="100000"/>
              </a:lnSpc>
              <a:spcBef>
                <a:spcPts val="300"/>
              </a:spcBef>
              <a:spcAft>
                <a:spcPct val="0"/>
              </a:spcAft>
              <a:buClrTx/>
              <a:buSzTx/>
              <a:buFontTx/>
              <a:buNone/>
              <a:tabLst/>
              <a:defRPr/>
            </a:pPr>
            <a:r>
              <a:rPr lang="en-US" sz="1100" i="1" dirty="0">
                <a:ln w="76200" cmpd="sng">
                  <a:noFill/>
                </a:ln>
                <a:latin typeface="Arial"/>
                <a:ea typeface="ＭＳ Ｐゴシック"/>
              </a:rPr>
              <a:t>March </a:t>
            </a:r>
            <a:r>
              <a:rPr lang="en-US" sz="1100" b="0" i="1" u="none" strike="noStrike" kern="1200" cap="none" spc="0" normalizeH="0" baseline="0" noProof="0" dirty="0">
                <a:ln w="76200" cmpd="sng">
                  <a:noFill/>
                </a:ln>
                <a:effectLst/>
                <a:uLnTx/>
                <a:uFillTx/>
                <a:latin typeface="Arial"/>
                <a:ea typeface="ＭＳ Ｐゴシック"/>
              </a:rPr>
              <a:t>10 - 1</a:t>
            </a:r>
            <a:r>
              <a:rPr lang="en-US" sz="1100" i="1" dirty="0">
                <a:ln w="76200" cmpd="sng">
                  <a:noFill/>
                </a:ln>
                <a:latin typeface="Arial"/>
                <a:ea typeface="ＭＳ Ｐゴシック"/>
              </a:rPr>
              <a:t>3</a:t>
            </a:r>
            <a:r>
              <a:rPr lang="en-US" sz="1100" b="0" i="1" u="none" strike="noStrike" kern="1200" cap="none" spc="0" normalizeH="0" baseline="0" noProof="0" dirty="0">
                <a:ln w="76200" cmpd="sng">
                  <a:noFill/>
                </a:ln>
                <a:effectLst/>
                <a:uLnTx/>
                <a:uFillTx/>
                <a:latin typeface="Arial"/>
                <a:ea typeface="ＭＳ Ｐゴシック"/>
              </a:rPr>
              <a:t> </a:t>
            </a:r>
            <a:endParaRPr lang="en-US" sz="1100" b="0" i="1" u="none" strike="noStrike" kern="1200" cap="none" spc="0" normalizeH="0" baseline="0" noProof="0" dirty="0">
              <a:ln w="76200" cmpd="sng">
                <a:noFill/>
              </a:ln>
              <a:effectLst/>
              <a:uLnTx/>
              <a:uFillTx/>
              <a:latin typeface="Arial"/>
              <a:ea typeface="ＭＳ Ｐゴシック" pitchFamily="16" charset="-128"/>
            </a:endParaRPr>
          </a:p>
        </p:txBody>
      </p:sp>
      <p:sp>
        <p:nvSpPr>
          <p:cNvPr id="4" name="Oval 3">
            <a:extLst>
              <a:ext uri="{FF2B5EF4-FFF2-40B4-BE49-F238E27FC236}">
                <a16:creationId xmlns:a16="http://schemas.microsoft.com/office/drawing/2014/main" id="{ACE94FA5-F97C-48F8-B2DE-B82A942E170F}"/>
              </a:ext>
            </a:extLst>
          </p:cNvPr>
          <p:cNvSpPr/>
          <p:nvPr/>
        </p:nvSpPr>
        <p:spPr bwMode="auto">
          <a:xfrm rot="20828453">
            <a:off x="7462711" y="5594736"/>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5" name="TextBox 4">
            <a:extLst>
              <a:ext uri="{FF2B5EF4-FFF2-40B4-BE49-F238E27FC236}">
                <a16:creationId xmlns:a16="http://schemas.microsoft.com/office/drawing/2014/main" id="{315A1930-BEFE-A4CE-F1D3-0BB78C8AA297}"/>
              </a:ext>
            </a:extLst>
          </p:cNvPr>
          <p:cNvSpPr txBox="1"/>
          <p:nvPr/>
        </p:nvSpPr>
        <p:spPr>
          <a:xfrm>
            <a:off x="5169359" y="5788662"/>
            <a:ext cx="991610" cy="392390"/>
          </a:xfrm>
          <a:prstGeom prst="rect">
            <a:avLst/>
          </a:prstGeom>
          <a:noFill/>
          <a:effectLst/>
        </p:spPr>
        <p:txBody>
          <a:bodyPr wrap="square" lIns="0" tIns="0" rIns="0" bIns="0" rtlCol="0" anchor="ctr">
            <a:noAutofit/>
          </a:bodyPr>
          <a:lstStyle/>
          <a:p>
            <a:pPr marL="0" marR="0" lvl="0" indent="0" algn="ctr" defTabSz="457200" rtl="0" eaLnBrk="0" fontAlgn="base" latinLnBrk="0" hangingPunct="0">
              <a:lnSpc>
                <a:spcPct val="100000"/>
              </a:lnSpc>
              <a:spcBef>
                <a:spcPts val="300"/>
              </a:spcBef>
              <a:spcAft>
                <a:spcPct val="0"/>
              </a:spcAft>
              <a:buClrTx/>
              <a:buSzTx/>
              <a:buFontTx/>
              <a:buNone/>
              <a:tabLst/>
              <a:defRPr/>
            </a:pPr>
            <a:r>
              <a:rPr lang="en-US" sz="1200" dirty="0">
                <a:ln w="76200" cmpd="sng">
                  <a:noFill/>
                </a:ln>
                <a:solidFill>
                  <a:prstClr val="white">
                    <a:lumMod val="65000"/>
                    <a:lumOff val="35000"/>
                  </a:prstClr>
                </a:solidFill>
                <a:latin typeface="Arial"/>
                <a:ea typeface="ＭＳ Ｐゴシック" pitchFamily="16" charset="-128"/>
              </a:rPr>
              <a:t>W/L Beta cut</a:t>
            </a:r>
            <a:endParaRPr kumimoji="0" lang="en-US" sz="1100" b="0" i="0" u="none" strike="noStrike" kern="1200" cap="none" spc="0" normalizeH="0" baseline="0" noProof="0" dirty="0">
              <a:ln w="76200" cmpd="sng">
                <a:noFill/>
              </a:ln>
              <a:solidFill>
                <a:prstClr val="white">
                  <a:lumMod val="65000"/>
                  <a:lumOff val="35000"/>
                </a:prstClr>
              </a:solidFill>
              <a:effectLst/>
              <a:uLnTx/>
              <a:uFillTx/>
              <a:latin typeface="Arial"/>
              <a:ea typeface="ＭＳ Ｐゴシック" pitchFamily="16" charset="-128"/>
            </a:endParaRPr>
          </a:p>
          <a:p>
            <a:pPr marL="0" marR="0" lvl="0" indent="0" algn="ctr" defTabSz="457200" rtl="0" eaLnBrk="0" fontAlgn="base" latinLnBrk="0" hangingPunct="0">
              <a:lnSpc>
                <a:spcPct val="100000"/>
              </a:lnSpc>
              <a:spcBef>
                <a:spcPts val="300"/>
              </a:spcBef>
              <a:spcAft>
                <a:spcPct val="0"/>
              </a:spcAft>
              <a:buClrTx/>
              <a:buSzTx/>
              <a:buFontTx/>
              <a:buNone/>
              <a:tabLst/>
              <a:defRPr/>
            </a:pPr>
            <a:r>
              <a:rPr lang="en-US" sz="1100" b="0" i="1" u="none" strike="noStrike" kern="1200" cap="none" spc="0" normalizeH="0" baseline="0" noProof="0" dirty="0">
                <a:ln w="76200" cmpd="sng">
                  <a:noFill/>
                </a:ln>
                <a:effectLst/>
                <a:uLnTx/>
                <a:uFillTx/>
                <a:latin typeface="Arial"/>
                <a:ea typeface="ＭＳ Ｐゴシック"/>
              </a:rPr>
              <a:t>Feb 9</a:t>
            </a:r>
            <a:endParaRPr lang="en-US" sz="1100" b="0" i="1" u="none" strike="noStrike" kern="1200" cap="none" spc="0" normalizeH="0" baseline="0" noProof="0" dirty="0">
              <a:ln w="76200" cmpd="sng">
                <a:noFill/>
              </a:ln>
              <a:effectLst/>
              <a:uLnTx/>
              <a:uFillTx/>
              <a:latin typeface="Arial"/>
              <a:ea typeface="ＭＳ Ｐゴシック" pitchFamily="16" charset="-128"/>
            </a:endParaRPr>
          </a:p>
        </p:txBody>
      </p:sp>
      <p:sp>
        <p:nvSpPr>
          <p:cNvPr id="22" name="Oval 21">
            <a:extLst>
              <a:ext uri="{FF2B5EF4-FFF2-40B4-BE49-F238E27FC236}">
                <a16:creationId xmlns:a16="http://schemas.microsoft.com/office/drawing/2014/main" id="{A3FEC0CE-4594-FF98-FC14-4813F0A6B890}"/>
              </a:ext>
            </a:extLst>
          </p:cNvPr>
          <p:cNvSpPr/>
          <p:nvPr/>
        </p:nvSpPr>
        <p:spPr bwMode="auto">
          <a:xfrm rot="20828453">
            <a:off x="4799828" y="5635271"/>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24" name="TextBox 23">
            <a:extLst>
              <a:ext uri="{FF2B5EF4-FFF2-40B4-BE49-F238E27FC236}">
                <a16:creationId xmlns:a16="http://schemas.microsoft.com/office/drawing/2014/main" id="{9569A700-587C-F0F4-9A07-7BCFF63D86EA}"/>
              </a:ext>
            </a:extLst>
          </p:cNvPr>
          <p:cNvSpPr txBox="1"/>
          <p:nvPr/>
        </p:nvSpPr>
        <p:spPr>
          <a:xfrm>
            <a:off x="3751858" y="5768577"/>
            <a:ext cx="1462364" cy="436658"/>
          </a:xfrm>
          <a:prstGeom prst="rect">
            <a:avLst/>
          </a:prstGeom>
          <a:noFill/>
          <a:effectLst/>
        </p:spPr>
        <p:txBody>
          <a:bodyPr wrap="square">
            <a:spAutoFit/>
          </a:bodyPr>
          <a:lstStyle/>
          <a:p>
            <a:pPr algn="ctr" rtl="0" fontAlgn="base">
              <a:lnSpc>
                <a:spcPts val="1344"/>
              </a:lnSpc>
              <a:buNone/>
            </a:pPr>
            <a:r>
              <a:rPr lang="en-US" sz="1200" b="1" i="0" u="none" strike="noStrike" dirty="0">
                <a:solidFill>
                  <a:srgbClr val="FFFF31"/>
                </a:solidFill>
                <a:effectLst/>
                <a:latin typeface="Arial" panose="020B0604020202020204" pitchFamily="34" charset="0"/>
              </a:rPr>
              <a:t>Cross-Team PRs</a:t>
            </a:r>
            <a:r>
              <a:rPr lang="en-US" sz="1200" b="0" i="0" dirty="0">
                <a:effectLst/>
                <a:latin typeface="Arial" panose="020B0604020202020204" pitchFamily="34" charset="0"/>
              </a:rPr>
              <a:t>​</a:t>
            </a:r>
            <a:endParaRPr lang="en-US" sz="1200" b="0" i="0" dirty="0">
              <a:effectLst/>
            </a:endParaRPr>
          </a:p>
          <a:p>
            <a:pPr algn="ctr" rtl="0" fontAlgn="base">
              <a:lnSpc>
                <a:spcPts val="1344"/>
              </a:lnSpc>
              <a:buNone/>
            </a:pPr>
            <a:r>
              <a:rPr lang="en-US" sz="1200" b="1" i="1" u="none" strike="noStrike" dirty="0">
                <a:solidFill>
                  <a:srgbClr val="FFFF31"/>
                </a:solidFill>
                <a:effectLst/>
                <a:latin typeface="Arial" panose="020B0604020202020204" pitchFamily="34" charset="0"/>
              </a:rPr>
              <a:t>Jan 30</a:t>
            </a:r>
            <a:r>
              <a:rPr lang="en-US" sz="1200" b="0" i="0" dirty="0">
                <a:effectLst/>
                <a:latin typeface="Arial" panose="020B0604020202020204" pitchFamily="34" charset="0"/>
              </a:rPr>
              <a:t>​</a:t>
            </a:r>
            <a:endParaRPr lang="en-US" sz="1200" b="0" i="0" dirty="0">
              <a:effectLst/>
            </a:endParaRPr>
          </a:p>
        </p:txBody>
      </p:sp>
      <p:sp>
        <p:nvSpPr>
          <p:cNvPr id="25" name="Oval 24">
            <a:extLst>
              <a:ext uri="{FF2B5EF4-FFF2-40B4-BE49-F238E27FC236}">
                <a16:creationId xmlns:a16="http://schemas.microsoft.com/office/drawing/2014/main" id="{2D183595-9378-C0EF-B41E-500100785587}"/>
              </a:ext>
            </a:extLst>
          </p:cNvPr>
          <p:cNvSpPr/>
          <p:nvPr/>
        </p:nvSpPr>
        <p:spPr bwMode="auto">
          <a:xfrm rot="20828453">
            <a:off x="8396692" y="5625169"/>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26" name="Oval 25">
            <a:extLst>
              <a:ext uri="{FF2B5EF4-FFF2-40B4-BE49-F238E27FC236}">
                <a16:creationId xmlns:a16="http://schemas.microsoft.com/office/drawing/2014/main" id="{A5837698-802D-92AA-AA9F-61F9428E99DB}"/>
              </a:ext>
            </a:extLst>
          </p:cNvPr>
          <p:cNvSpPr/>
          <p:nvPr/>
        </p:nvSpPr>
        <p:spPr bwMode="auto">
          <a:xfrm rot="20828453">
            <a:off x="9462957" y="5604036"/>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27" name="Oval 26">
            <a:extLst>
              <a:ext uri="{FF2B5EF4-FFF2-40B4-BE49-F238E27FC236}">
                <a16:creationId xmlns:a16="http://schemas.microsoft.com/office/drawing/2014/main" id="{7A4D93C6-D3FF-03C6-1138-5AAEF839DC03}"/>
              </a:ext>
            </a:extLst>
          </p:cNvPr>
          <p:cNvSpPr/>
          <p:nvPr/>
        </p:nvSpPr>
        <p:spPr bwMode="auto">
          <a:xfrm rot="20828453">
            <a:off x="10304293" y="5601487"/>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28" name="Oval 27">
            <a:extLst>
              <a:ext uri="{FF2B5EF4-FFF2-40B4-BE49-F238E27FC236}">
                <a16:creationId xmlns:a16="http://schemas.microsoft.com/office/drawing/2014/main" id="{1F513A43-8037-63FB-8C5C-BC1228510C72}"/>
              </a:ext>
            </a:extLst>
          </p:cNvPr>
          <p:cNvSpPr/>
          <p:nvPr/>
        </p:nvSpPr>
        <p:spPr bwMode="auto">
          <a:xfrm rot="20828453">
            <a:off x="11463203" y="5596746"/>
            <a:ext cx="111131" cy="111131"/>
          </a:xfrm>
          <a:prstGeom prst="ellipse">
            <a:avLst/>
          </a:prstGeom>
          <a:solidFill>
            <a:schemeClr val="bg2">
              <a:lumMod val="60000"/>
              <a:lumOff val="40000"/>
            </a:schemeClr>
          </a:solidFill>
          <a:ln w="12700">
            <a:solidFill>
              <a:schemeClr val="tx1"/>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ＭＳ Ｐゴシック" pitchFamily="16" charset="-128"/>
              <a:cs typeface="ＭＳ Ｐゴシック" pitchFamily="-97" charset="-128"/>
            </a:endParaRPr>
          </a:p>
        </p:txBody>
      </p:sp>
      <p:sp>
        <p:nvSpPr>
          <p:cNvPr id="32" name="TextBox 31">
            <a:extLst>
              <a:ext uri="{FF2B5EF4-FFF2-40B4-BE49-F238E27FC236}">
                <a16:creationId xmlns:a16="http://schemas.microsoft.com/office/drawing/2014/main" id="{F64E9D0A-91F9-8FB3-ECF5-799DB730410F}"/>
              </a:ext>
            </a:extLst>
          </p:cNvPr>
          <p:cNvSpPr txBox="1"/>
          <p:nvPr/>
        </p:nvSpPr>
        <p:spPr>
          <a:xfrm>
            <a:off x="7067491" y="5768577"/>
            <a:ext cx="991611" cy="541174"/>
          </a:xfrm>
          <a:prstGeom prst="rect">
            <a:avLst/>
          </a:prstGeom>
          <a:noFill/>
          <a:effectLst/>
        </p:spPr>
        <p:txBody>
          <a:bodyPr wrap="square">
            <a:spAutoFit/>
          </a:bodyPr>
          <a:lstStyle/>
          <a:p>
            <a:pPr algn="ctr" rtl="0" fontAlgn="base">
              <a:lnSpc>
                <a:spcPts val="1152"/>
              </a:lnSpc>
              <a:buNone/>
            </a:pPr>
            <a:r>
              <a:rPr lang="en-US" sz="1200" b="0" i="0" u="none" strike="noStrike" dirty="0" err="1">
                <a:solidFill>
                  <a:srgbClr val="FFFFFF"/>
                </a:solidFill>
                <a:effectLst/>
                <a:latin typeface="Arial" panose="020B0604020202020204" pitchFamily="34" charset="0"/>
              </a:rPr>
              <a:t>PreRelease</a:t>
            </a:r>
            <a:r>
              <a:rPr lang="en-US" sz="1200" b="0" i="0" u="none" strike="noStrike" dirty="0">
                <a:solidFill>
                  <a:srgbClr val="FFFFFF"/>
                </a:solidFill>
                <a:effectLst/>
                <a:latin typeface="Arial" panose="020B0604020202020204" pitchFamily="34" charset="0"/>
              </a:rPr>
              <a:t> Conda</a:t>
            </a:r>
            <a:r>
              <a:rPr lang="en-US" sz="1200" b="0" i="0" dirty="0">
                <a:effectLst/>
                <a:latin typeface="Arial" panose="020B0604020202020204" pitchFamily="34" charset="0"/>
              </a:rPr>
              <a:t>​</a:t>
            </a:r>
            <a:endParaRPr lang="en-US" sz="1200" b="0" i="0" dirty="0">
              <a:effectLst/>
            </a:endParaRPr>
          </a:p>
          <a:p>
            <a:pPr algn="ctr" rtl="0" fontAlgn="base">
              <a:lnSpc>
                <a:spcPts val="1056"/>
              </a:lnSpc>
              <a:buNone/>
            </a:pPr>
            <a:r>
              <a:rPr lang="en-US" sz="1200" b="0" i="1" u="none" strike="noStrike" dirty="0">
                <a:solidFill>
                  <a:srgbClr val="FFFFFF"/>
                </a:solidFill>
                <a:effectLst/>
                <a:latin typeface="Arial" panose="020B0604020202020204" pitchFamily="34" charset="0"/>
              </a:rPr>
              <a:t>Mar 3</a:t>
            </a:r>
            <a:r>
              <a:rPr lang="en-US" sz="1200" b="0" i="0" dirty="0">
                <a:effectLst/>
                <a:latin typeface="Arial" panose="020B0604020202020204" pitchFamily="34" charset="0"/>
              </a:rPr>
              <a:t>​</a:t>
            </a:r>
            <a:endParaRPr lang="en-US" sz="1200" b="0" i="0" dirty="0">
              <a:effectLst/>
            </a:endParaRPr>
          </a:p>
        </p:txBody>
      </p:sp>
      <p:sp>
        <p:nvSpPr>
          <p:cNvPr id="34" name="TextBox 33">
            <a:extLst>
              <a:ext uri="{FF2B5EF4-FFF2-40B4-BE49-F238E27FC236}">
                <a16:creationId xmlns:a16="http://schemas.microsoft.com/office/drawing/2014/main" id="{7BC5D77C-C3B4-F6FA-867E-4F689F17B735}"/>
              </a:ext>
            </a:extLst>
          </p:cNvPr>
          <p:cNvSpPr txBox="1"/>
          <p:nvPr/>
        </p:nvSpPr>
        <p:spPr>
          <a:xfrm>
            <a:off x="8661091" y="6477374"/>
            <a:ext cx="1847939" cy="414216"/>
          </a:xfrm>
          <a:prstGeom prst="rect">
            <a:avLst/>
          </a:prstGeom>
          <a:noFill/>
          <a:effectLst/>
        </p:spPr>
        <p:txBody>
          <a:bodyPr wrap="square">
            <a:spAutoFit/>
          </a:bodyPr>
          <a:lstStyle/>
          <a:p>
            <a:pPr algn="ctr" rtl="0" fontAlgn="base">
              <a:lnSpc>
                <a:spcPts val="1152"/>
              </a:lnSpc>
              <a:buNone/>
            </a:pPr>
            <a:r>
              <a:rPr lang="en-US" sz="1200" b="0" i="0" u="none" strike="noStrike" dirty="0">
                <a:solidFill>
                  <a:srgbClr val="FFFFFF"/>
                </a:solidFill>
                <a:effectLst/>
                <a:latin typeface="Arial" panose="020B0604020202020204" pitchFamily="34" charset="0"/>
              </a:rPr>
              <a:t>W/L 12.1 Certification</a:t>
            </a:r>
            <a:r>
              <a:rPr lang="en-US" sz="1200" b="0" i="0" dirty="0">
                <a:effectLst/>
                <a:latin typeface="Arial" panose="020B0604020202020204" pitchFamily="34" charset="0"/>
              </a:rPr>
              <a:t>​</a:t>
            </a:r>
            <a:endParaRPr lang="en-US" sz="1200" b="0" i="0" dirty="0">
              <a:effectLst/>
            </a:endParaRPr>
          </a:p>
          <a:p>
            <a:pPr algn="ctr" rtl="0" fontAlgn="base">
              <a:lnSpc>
                <a:spcPts val="1152"/>
              </a:lnSpc>
              <a:buNone/>
            </a:pPr>
            <a:r>
              <a:rPr lang="en-US" sz="1200" b="0" i="1" u="none" strike="noStrike" dirty="0">
                <a:solidFill>
                  <a:srgbClr val="FFFFFF"/>
                </a:solidFill>
                <a:effectLst/>
                <a:latin typeface="Arial" panose="020B0604020202020204" pitchFamily="34" charset="0"/>
              </a:rPr>
              <a:t>Mar 16 – Apr 17</a:t>
            </a:r>
            <a:r>
              <a:rPr lang="en-US" sz="1200" b="0" i="0" dirty="0">
                <a:effectLst/>
                <a:latin typeface="Arial" panose="020B0604020202020204" pitchFamily="34" charset="0"/>
              </a:rPr>
              <a:t>​</a:t>
            </a:r>
            <a:endParaRPr lang="en-US" sz="1200" b="0" i="0" dirty="0">
              <a:effectLst/>
            </a:endParaRPr>
          </a:p>
        </p:txBody>
      </p:sp>
      <p:cxnSp>
        <p:nvCxnSpPr>
          <p:cNvPr id="35" name="Straight Connector 34">
            <a:extLst>
              <a:ext uri="{FF2B5EF4-FFF2-40B4-BE49-F238E27FC236}">
                <a16:creationId xmlns:a16="http://schemas.microsoft.com/office/drawing/2014/main" id="{D1E0CC1C-361C-E507-7A63-9ACDA79F1953}"/>
              </a:ext>
            </a:extLst>
          </p:cNvPr>
          <p:cNvCxnSpPr>
            <a:cxnSpLocks/>
          </p:cNvCxnSpPr>
          <p:nvPr/>
        </p:nvCxnSpPr>
        <p:spPr bwMode="auto">
          <a:xfrm>
            <a:off x="9538991" y="5792547"/>
            <a:ext cx="0" cy="612782"/>
          </a:xfrm>
          <a:prstGeom prst="line">
            <a:avLst/>
          </a:prstGeom>
          <a:noFill/>
          <a:ln w="9525" cap="flat" cmpd="sng" algn="ctr">
            <a:solidFill>
              <a:schemeClr val="tx1"/>
            </a:solidFill>
            <a:prstDash val="solid"/>
            <a:round/>
            <a:headEnd type="none" w="med" len="med"/>
            <a:tailEnd type="none"/>
          </a:ln>
          <a:effectLst>
            <a:outerShdw blurRad="25400" algn="ctr" rotWithShape="0">
              <a:schemeClr val="accent4">
                <a:lumMod val="20000"/>
                <a:lumOff val="80000"/>
                <a:alpha val="41000"/>
              </a:schemeClr>
            </a:outerShdw>
          </a:effectLst>
        </p:spPr>
      </p:cxnSp>
      <p:sp>
        <p:nvSpPr>
          <p:cNvPr id="37" name="TextBox 36">
            <a:extLst>
              <a:ext uri="{FF2B5EF4-FFF2-40B4-BE49-F238E27FC236}">
                <a16:creationId xmlns:a16="http://schemas.microsoft.com/office/drawing/2014/main" id="{719E9DE8-C804-F31E-0F81-8BB97461F010}"/>
              </a:ext>
            </a:extLst>
          </p:cNvPr>
          <p:cNvSpPr txBox="1"/>
          <p:nvPr/>
        </p:nvSpPr>
        <p:spPr>
          <a:xfrm>
            <a:off x="9703968" y="5744472"/>
            <a:ext cx="1248674" cy="541174"/>
          </a:xfrm>
          <a:prstGeom prst="rect">
            <a:avLst/>
          </a:prstGeom>
          <a:noFill/>
          <a:effectLst/>
        </p:spPr>
        <p:txBody>
          <a:bodyPr wrap="square">
            <a:spAutoFit/>
          </a:bodyPr>
          <a:lstStyle/>
          <a:p>
            <a:pPr algn="ctr" rtl="0" fontAlgn="base">
              <a:lnSpc>
                <a:spcPts val="1152"/>
              </a:lnSpc>
              <a:buNone/>
            </a:pPr>
            <a:r>
              <a:rPr lang="en-US" sz="1200" b="0" i="0" u="none" strike="noStrike" dirty="0">
                <a:solidFill>
                  <a:srgbClr val="FFFFFF"/>
                </a:solidFill>
                <a:effectLst/>
                <a:latin typeface="Arial" panose="020B0604020202020204" pitchFamily="34" charset="0"/>
              </a:rPr>
              <a:t>Conda/</a:t>
            </a:r>
            <a:r>
              <a:rPr lang="en-US" sz="1200" b="0" i="0" u="none" strike="noStrike" dirty="0" err="1">
                <a:solidFill>
                  <a:srgbClr val="FFFFFF"/>
                </a:solidFill>
                <a:effectLst/>
                <a:latin typeface="Arial" panose="020B0604020202020204" pitchFamily="34" charset="0"/>
              </a:rPr>
              <a:t>npm</a:t>
            </a:r>
            <a:r>
              <a:rPr lang="en-US" sz="1200" b="0" i="0" u="none" strike="noStrike" dirty="0">
                <a:solidFill>
                  <a:srgbClr val="FFFFFF"/>
                </a:solidFill>
                <a:effectLst/>
                <a:latin typeface="Arial" panose="020B0604020202020204" pitchFamily="34" charset="0"/>
              </a:rPr>
              <a:t> 2.4.3 Release</a:t>
            </a:r>
            <a:r>
              <a:rPr lang="en-US" sz="1200" b="0" i="0" dirty="0">
                <a:effectLst/>
                <a:latin typeface="Arial" panose="020B0604020202020204" pitchFamily="34" charset="0"/>
              </a:rPr>
              <a:t>​</a:t>
            </a:r>
            <a:endParaRPr lang="en-US" sz="1200" b="0" i="0" dirty="0">
              <a:effectLst/>
            </a:endParaRPr>
          </a:p>
          <a:p>
            <a:pPr algn="ctr" rtl="0" fontAlgn="base">
              <a:lnSpc>
                <a:spcPts val="1056"/>
              </a:lnSpc>
              <a:buNone/>
            </a:pPr>
            <a:r>
              <a:rPr lang="en-US" sz="1200" b="0" i="1" u="none" strike="noStrike" dirty="0">
                <a:solidFill>
                  <a:srgbClr val="FFFFFF"/>
                </a:solidFill>
                <a:effectLst/>
                <a:latin typeface="Arial" panose="020B0604020202020204" pitchFamily="34" charset="0"/>
              </a:rPr>
              <a:t>Mar 24</a:t>
            </a:r>
            <a:r>
              <a:rPr lang="en-US" sz="1200" b="0" i="0" dirty="0">
                <a:effectLst/>
                <a:latin typeface="Arial" panose="020B0604020202020204" pitchFamily="34" charset="0"/>
              </a:rPr>
              <a:t>​</a:t>
            </a:r>
            <a:endParaRPr lang="en-US" sz="1200" b="0" i="0" dirty="0">
              <a:effectLst/>
            </a:endParaRPr>
          </a:p>
        </p:txBody>
      </p:sp>
      <p:cxnSp>
        <p:nvCxnSpPr>
          <p:cNvPr id="38" name="Straight Connector 37">
            <a:extLst>
              <a:ext uri="{FF2B5EF4-FFF2-40B4-BE49-F238E27FC236}">
                <a16:creationId xmlns:a16="http://schemas.microsoft.com/office/drawing/2014/main" id="{4DD72F3C-1599-6726-891C-7DF21D549357}"/>
              </a:ext>
            </a:extLst>
          </p:cNvPr>
          <p:cNvCxnSpPr>
            <a:cxnSpLocks/>
          </p:cNvCxnSpPr>
          <p:nvPr/>
        </p:nvCxnSpPr>
        <p:spPr bwMode="auto">
          <a:xfrm>
            <a:off x="11541693" y="5773831"/>
            <a:ext cx="0" cy="612782"/>
          </a:xfrm>
          <a:prstGeom prst="line">
            <a:avLst/>
          </a:prstGeom>
          <a:noFill/>
          <a:ln w="9525" cap="flat" cmpd="sng" algn="ctr">
            <a:solidFill>
              <a:schemeClr val="tx1"/>
            </a:solidFill>
            <a:prstDash val="solid"/>
            <a:round/>
            <a:headEnd type="none" w="med" len="med"/>
            <a:tailEnd type="none"/>
          </a:ln>
          <a:effectLst>
            <a:outerShdw blurRad="25400" algn="ctr" rotWithShape="0">
              <a:schemeClr val="accent4">
                <a:lumMod val="20000"/>
                <a:lumOff val="80000"/>
                <a:alpha val="41000"/>
              </a:schemeClr>
            </a:outerShdw>
          </a:effectLst>
        </p:spPr>
      </p:cxnSp>
      <p:sp>
        <p:nvSpPr>
          <p:cNvPr id="40" name="TextBox 39">
            <a:extLst>
              <a:ext uri="{FF2B5EF4-FFF2-40B4-BE49-F238E27FC236}">
                <a16:creationId xmlns:a16="http://schemas.microsoft.com/office/drawing/2014/main" id="{727AAAFF-F23C-3807-18BB-3D8F9426FB49}"/>
              </a:ext>
            </a:extLst>
          </p:cNvPr>
          <p:cNvSpPr txBox="1"/>
          <p:nvPr/>
        </p:nvSpPr>
        <p:spPr>
          <a:xfrm>
            <a:off x="10916084" y="6434811"/>
            <a:ext cx="1127904" cy="414216"/>
          </a:xfrm>
          <a:prstGeom prst="rect">
            <a:avLst/>
          </a:prstGeom>
          <a:noFill/>
          <a:effectLst/>
        </p:spPr>
        <p:txBody>
          <a:bodyPr wrap="square">
            <a:spAutoFit/>
          </a:bodyPr>
          <a:lstStyle/>
          <a:p>
            <a:pPr algn="ctr" rtl="0" fontAlgn="base">
              <a:lnSpc>
                <a:spcPts val="1152"/>
              </a:lnSpc>
              <a:buNone/>
            </a:pPr>
            <a:r>
              <a:rPr lang="en-US" sz="1200" b="0" i="0" u="none" strike="noStrike" dirty="0" err="1">
                <a:solidFill>
                  <a:srgbClr val="FFFFFF"/>
                </a:solidFill>
                <a:effectLst/>
                <a:latin typeface="Arial" panose="020B0604020202020204" pitchFamily="34" charset="0"/>
              </a:rPr>
              <a:t>pypi</a:t>
            </a:r>
            <a:r>
              <a:rPr lang="en-US" sz="1200" b="0" i="0" u="none" strike="noStrike" dirty="0">
                <a:solidFill>
                  <a:srgbClr val="FFFFFF"/>
                </a:solidFill>
                <a:effectLst/>
                <a:latin typeface="Arial" panose="020B0604020202020204" pitchFamily="34" charset="0"/>
              </a:rPr>
              <a:t> release</a:t>
            </a:r>
            <a:r>
              <a:rPr lang="en-US" sz="1200" b="0" i="0" dirty="0">
                <a:effectLst/>
                <a:latin typeface="Arial" panose="020B0604020202020204" pitchFamily="34" charset="0"/>
              </a:rPr>
              <a:t>​</a:t>
            </a:r>
            <a:endParaRPr lang="en-US" sz="1200" b="0" i="0" dirty="0">
              <a:effectLst/>
            </a:endParaRPr>
          </a:p>
          <a:p>
            <a:pPr algn="ctr" rtl="0" fontAlgn="base">
              <a:lnSpc>
                <a:spcPts val="1152"/>
              </a:lnSpc>
              <a:buNone/>
            </a:pPr>
            <a:r>
              <a:rPr lang="en-US" sz="1200" b="0" i="1" u="none" strike="noStrike" dirty="0">
                <a:solidFill>
                  <a:srgbClr val="FFFFFF"/>
                </a:solidFill>
                <a:effectLst/>
                <a:latin typeface="Arial" panose="020B0604020202020204" pitchFamily="34" charset="0"/>
              </a:rPr>
              <a:t>Apr 21</a:t>
            </a:r>
            <a:r>
              <a:rPr lang="en-US" sz="1200" b="0" i="0" dirty="0">
                <a:effectLst/>
                <a:latin typeface="Arial" panose="020B0604020202020204" pitchFamily="34" charset="0"/>
              </a:rPr>
              <a:t>​</a:t>
            </a:r>
            <a:endParaRPr lang="en-US" sz="1200" b="0" i="0" dirty="0">
              <a:effectLst/>
            </a:endParaRPr>
          </a:p>
        </p:txBody>
      </p:sp>
    </p:spTree>
    <p:extLst>
      <p:ext uri="{BB962C8B-B14F-4D97-AF65-F5344CB8AC3E}">
        <p14:creationId xmlns:p14="http://schemas.microsoft.com/office/powerpoint/2010/main" val="19855388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4400" y="692458"/>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Support for Video Server</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None/>
              <a:tabLst>
                <a:tab pos="276225" algn="l"/>
              </a:tabLst>
            </a:pPr>
            <a:r>
              <a:rPr lang="en-US" sz="1800" dirty="0">
                <a:solidFill>
                  <a:srgbClr val="72DBFF"/>
                </a:solidFill>
              </a:rPr>
              <a:t>Objective: GIS Services and Server Roles</a:t>
            </a: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4133987"/>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fontAlgn="base"/>
            <a:r>
              <a:rPr lang="en-US" dirty="0"/>
              <a:t>Users can administer Video Server and use it for analysis purposes, to perform operations such as overlaying video analysis with other spatial layers, spatially querying or analyzing video data, and reporting or visualizing based on video analysis​</a:t>
            </a:r>
          </a:p>
          <a:p>
            <a:pPr fontAlgn="base"/>
            <a:endParaRPr lang="en-US" dirty="0"/>
          </a:p>
          <a:p>
            <a:pPr fontAlgn="base"/>
            <a:r>
              <a:rPr lang="en-US" dirty="0"/>
              <a:t>New classes and methods will be introduced to support this in ArcGIS Enterprise</a:t>
            </a:r>
          </a:p>
          <a:p>
            <a:r>
              <a:rPr lang="en-US" dirty="0"/>
              <a:t>Additional resources: </a:t>
            </a:r>
            <a:r>
              <a:rPr lang="en-US" dirty="0">
                <a:hlinkClick r:id="rId3"/>
              </a:rPr>
              <a:t>ArcGIS/geosaurus#10693</a:t>
            </a:r>
            <a:endParaRPr lang="en-US" dirty="0"/>
          </a:p>
          <a:p>
            <a:endParaRPr lang="en-US" i="1" dirty="0"/>
          </a:p>
          <a:p>
            <a:endParaRPr lang="en-US" i="1" dirty="0"/>
          </a:p>
          <a:p>
            <a:r>
              <a:rPr lang="en-US" i="1" dirty="0"/>
              <a:t>POC: John Yaist, Manushi Majumdar</a:t>
            </a:r>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p:txBody>
          <a:bodyPr/>
          <a:lstStyle/>
          <a:p>
            <a:r>
              <a:rPr lang="en-US"/>
              <a:t>Esri internal - do not share</a:t>
            </a:r>
          </a:p>
        </p:txBody>
      </p:sp>
      <p:sp>
        <p:nvSpPr>
          <p:cNvPr id="3" name="Flowchart: Off-page Connector 2">
            <a:extLst>
              <a:ext uri="{FF2B5EF4-FFF2-40B4-BE49-F238E27FC236}">
                <a16:creationId xmlns:a16="http://schemas.microsoft.com/office/drawing/2014/main" id="{BDB9C943-AF56-CFF0-B5E2-F83313C3119B}"/>
              </a:ext>
            </a:extLst>
          </p:cNvPr>
          <p:cNvSpPr/>
          <p:nvPr/>
        </p:nvSpPr>
        <p:spPr bwMode="auto">
          <a:xfrm>
            <a:off x="9807046" y="96406"/>
            <a:ext cx="995189" cy="1017334"/>
          </a:xfrm>
          <a:prstGeom prst="flowChartOffpageConnector">
            <a:avLst/>
          </a:prstGeom>
          <a:solidFill>
            <a:schemeClr val="accent1">
              <a:lumMod val="20000"/>
              <a:lumOff val="80000"/>
            </a:schemeClr>
          </a:solidFill>
          <a:ln>
            <a:solidFill>
              <a:schemeClr val="accent1">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Driver </a:t>
            </a:r>
          </a:p>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Project</a:t>
            </a:r>
          </a:p>
        </p:txBody>
      </p:sp>
      <p:sp>
        <p:nvSpPr>
          <p:cNvPr id="4" name="Flowchart: Off-page Connector 3">
            <a:extLst>
              <a:ext uri="{FF2B5EF4-FFF2-40B4-BE49-F238E27FC236}">
                <a16:creationId xmlns:a16="http://schemas.microsoft.com/office/drawing/2014/main" id="{8BED8071-1E91-3D33-2667-37960486A6C2}"/>
              </a:ext>
            </a:extLst>
          </p:cNvPr>
          <p:cNvSpPr/>
          <p:nvPr/>
        </p:nvSpPr>
        <p:spPr bwMode="auto">
          <a:xfrm>
            <a:off x="11029382" y="96406"/>
            <a:ext cx="995189" cy="1017334"/>
          </a:xfrm>
          <a:prstGeom prst="flowChartOffpageConnector">
            <a:avLst/>
          </a:prstGeom>
          <a:solidFill>
            <a:schemeClr val="accent3">
              <a:lumMod val="20000"/>
              <a:lumOff val="80000"/>
            </a:schemeClr>
          </a:solidFill>
          <a:ln>
            <a:solidFill>
              <a:schemeClr val="accent3">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Key Highlight</a:t>
            </a:r>
          </a:p>
        </p:txBody>
      </p:sp>
    </p:spTree>
    <p:extLst>
      <p:ext uri="{BB962C8B-B14F-4D97-AF65-F5344CB8AC3E}">
        <p14:creationId xmlns:p14="http://schemas.microsoft.com/office/powerpoint/2010/main" val="8946325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4400" y="692458"/>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Objective / project #2</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a:tabLst>
                <a:tab pos="276225" algn="l"/>
              </a:tabLst>
            </a:pPr>
            <a:endParaRPr lang="en-US" sz="1800">
              <a:solidFill>
                <a:srgbClr val="72DBFF"/>
              </a:solidFill>
            </a:endParaRP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4133987"/>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r>
              <a:rPr lang="en-US" dirty="0">
                <a:solidFill>
                  <a:srgbClr val="72DBFF"/>
                </a:solidFill>
              </a:rPr>
              <a:t>High level </a:t>
            </a:r>
            <a:r>
              <a:rPr lang="en-US" dirty="0"/>
              <a:t>description of the objective</a:t>
            </a:r>
          </a:p>
          <a:p>
            <a:endParaRPr lang="en-US" dirty="0"/>
          </a:p>
          <a:p>
            <a:r>
              <a:rPr lang="en-US" dirty="0"/>
              <a:t>Environments impacted: indicate Windows, Linux and/or Kubernetes</a:t>
            </a:r>
          </a:p>
          <a:p>
            <a:endParaRPr lang="en-US" dirty="0"/>
          </a:p>
          <a:p>
            <a:r>
              <a:rPr lang="en-US" dirty="0"/>
              <a:t>Comment on the development effort required and impact on other teams (upgrades, 3rd party components, content, security, UI/UX, documentation, setup changes, accessibility, patching, client applications, etc.).</a:t>
            </a:r>
          </a:p>
          <a:p>
            <a:pPr marL="0" indent="0">
              <a:buNone/>
            </a:pPr>
            <a:endParaRPr lang="en-US" dirty="0"/>
          </a:p>
          <a:p>
            <a:r>
              <a:rPr lang="en-US" dirty="0"/>
              <a:t>Additional resources: </a:t>
            </a:r>
            <a:r>
              <a:rPr lang="en-US" i="1" dirty="0"/>
              <a:t>&lt;project confluence page, boards, epic, issues&gt;</a:t>
            </a:r>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p:txBody>
          <a:bodyPr/>
          <a:lstStyle/>
          <a:p>
            <a:r>
              <a:rPr lang="en-US"/>
              <a:t>Esri internal - do not share</a:t>
            </a:r>
          </a:p>
        </p:txBody>
      </p:sp>
      <p:sp>
        <p:nvSpPr>
          <p:cNvPr id="6" name="Flowchart: Off-page Connector 5">
            <a:extLst>
              <a:ext uri="{FF2B5EF4-FFF2-40B4-BE49-F238E27FC236}">
                <a16:creationId xmlns:a16="http://schemas.microsoft.com/office/drawing/2014/main" id="{8E8CDDA7-33B7-731B-98A7-8584C99BA210}"/>
              </a:ext>
            </a:extLst>
          </p:cNvPr>
          <p:cNvSpPr/>
          <p:nvPr/>
        </p:nvSpPr>
        <p:spPr bwMode="auto">
          <a:xfrm>
            <a:off x="9807046" y="96406"/>
            <a:ext cx="995189" cy="1017334"/>
          </a:xfrm>
          <a:prstGeom prst="flowChartOffpageConnector">
            <a:avLst/>
          </a:prstGeom>
          <a:solidFill>
            <a:schemeClr val="accent1">
              <a:lumMod val="20000"/>
              <a:lumOff val="80000"/>
            </a:schemeClr>
          </a:solidFill>
          <a:ln>
            <a:solidFill>
              <a:schemeClr val="accent1">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Driver </a:t>
            </a:r>
          </a:p>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Project</a:t>
            </a:r>
          </a:p>
        </p:txBody>
      </p:sp>
      <p:sp>
        <p:nvSpPr>
          <p:cNvPr id="7" name="Flowchart: Off-page Connector 6">
            <a:extLst>
              <a:ext uri="{FF2B5EF4-FFF2-40B4-BE49-F238E27FC236}">
                <a16:creationId xmlns:a16="http://schemas.microsoft.com/office/drawing/2014/main" id="{F703EAFF-77E7-9525-19D4-C100D043D8C3}"/>
              </a:ext>
            </a:extLst>
          </p:cNvPr>
          <p:cNvSpPr/>
          <p:nvPr/>
        </p:nvSpPr>
        <p:spPr bwMode="auto">
          <a:xfrm>
            <a:off x="11029382" y="96406"/>
            <a:ext cx="995189" cy="1017334"/>
          </a:xfrm>
          <a:prstGeom prst="flowChartOffpageConnector">
            <a:avLst/>
          </a:prstGeom>
          <a:solidFill>
            <a:schemeClr val="accent3">
              <a:lumMod val="20000"/>
              <a:lumOff val="80000"/>
            </a:schemeClr>
          </a:solidFill>
          <a:ln>
            <a:solidFill>
              <a:schemeClr val="accent3">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Key Highlight</a:t>
            </a:r>
          </a:p>
        </p:txBody>
      </p:sp>
    </p:spTree>
    <p:extLst>
      <p:ext uri="{BB962C8B-B14F-4D97-AF65-F5344CB8AC3E}">
        <p14:creationId xmlns:p14="http://schemas.microsoft.com/office/powerpoint/2010/main" val="22467511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4400" y="692458"/>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Create Core RUST geometry library</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None/>
              <a:tabLst>
                <a:tab pos="276225" algn="l"/>
              </a:tabLst>
            </a:pPr>
            <a:r>
              <a:rPr lang="en-US" sz="1800" dirty="0">
                <a:solidFill>
                  <a:srgbClr val="72DBFF"/>
                </a:solidFill>
              </a:rPr>
              <a:t>Objective: Framework</a:t>
            </a: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4133987"/>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r>
              <a:rPr lang="en-US" dirty="0"/>
              <a:t>Develop a platform independent Python package for geometry representations</a:t>
            </a:r>
          </a:p>
          <a:p>
            <a:pPr marL="0" indent="0">
              <a:buNone/>
            </a:pPr>
            <a:endParaRPr lang="en-US" dirty="0"/>
          </a:p>
          <a:p>
            <a:r>
              <a:rPr lang="en-US" dirty="0"/>
              <a:t>The plan for 2.4.3 is to implement PyO3 representations, perform geometry data conversions, basic spatial operations and integrate the projection engine from runtime team as dependency for </a:t>
            </a:r>
            <a:r>
              <a:rPr lang="en-US" dirty="0" err="1"/>
              <a:t>Geosaurus</a:t>
            </a:r>
            <a:endParaRPr lang="en-US" dirty="0"/>
          </a:p>
          <a:p>
            <a:r>
              <a:rPr lang="en-US" dirty="0"/>
              <a:t>Additional resources: </a:t>
            </a:r>
            <a:r>
              <a:rPr lang="en-US" dirty="0">
                <a:hlinkClick r:id="rId3"/>
              </a:rPr>
              <a:t>ArcGIS/geoserpent#295</a:t>
            </a:r>
            <a:endParaRPr lang="en-US" dirty="0"/>
          </a:p>
          <a:p>
            <a:endParaRPr lang="en-US" i="1" dirty="0"/>
          </a:p>
          <a:p>
            <a:endParaRPr lang="en-US" i="1" dirty="0"/>
          </a:p>
          <a:p>
            <a:r>
              <a:rPr lang="en-US" i="1" dirty="0"/>
              <a:t>POC: Ken Galliher, Shuang Song</a:t>
            </a:r>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p:txBody>
          <a:bodyPr/>
          <a:lstStyle/>
          <a:p>
            <a:r>
              <a:rPr lang="en-US"/>
              <a:t>Esri internal - do not share</a:t>
            </a:r>
          </a:p>
        </p:txBody>
      </p:sp>
      <p:sp>
        <p:nvSpPr>
          <p:cNvPr id="7" name="Flowchart: Off-page Connector 6">
            <a:extLst>
              <a:ext uri="{FF2B5EF4-FFF2-40B4-BE49-F238E27FC236}">
                <a16:creationId xmlns:a16="http://schemas.microsoft.com/office/drawing/2014/main" id="{79ACCB03-3537-DFC6-749E-D3F8F66CE241}"/>
              </a:ext>
            </a:extLst>
          </p:cNvPr>
          <p:cNvSpPr/>
          <p:nvPr/>
        </p:nvSpPr>
        <p:spPr bwMode="auto">
          <a:xfrm>
            <a:off x="11029382" y="96406"/>
            <a:ext cx="995189" cy="1017334"/>
          </a:xfrm>
          <a:prstGeom prst="flowChartOffpageConnector">
            <a:avLst/>
          </a:prstGeom>
          <a:solidFill>
            <a:schemeClr val="accent3">
              <a:lumMod val="20000"/>
              <a:lumOff val="80000"/>
            </a:schemeClr>
          </a:solidFill>
          <a:ln>
            <a:solidFill>
              <a:schemeClr val="accent3">
                <a:lumMod val="20000"/>
                <a:lumOff val="80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Key Highlight</a:t>
            </a:r>
          </a:p>
        </p:txBody>
      </p:sp>
    </p:spTree>
    <p:extLst>
      <p:ext uri="{BB962C8B-B14F-4D97-AF65-F5344CB8AC3E}">
        <p14:creationId xmlns:p14="http://schemas.microsoft.com/office/powerpoint/2010/main" val="18391039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1352" y="399750"/>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Phased approach project timeline  </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a:tabLst>
                <a:tab pos="276225" algn="l"/>
              </a:tabLst>
            </a:pPr>
            <a:endParaRPr lang="en-US" sz="1800">
              <a:solidFill>
                <a:srgbClr val="72DBFF"/>
              </a:solidFill>
            </a:endParaRP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4133987"/>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endParaRPr lang="en-US" i="1" dirty="0"/>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p:txBody>
          <a:bodyPr/>
          <a:lstStyle/>
          <a:p>
            <a:r>
              <a:rPr lang="en-US"/>
              <a:t>Esri internal - do not share</a:t>
            </a:r>
          </a:p>
        </p:txBody>
      </p:sp>
      <p:sp>
        <p:nvSpPr>
          <p:cNvPr id="6" name="Flowchart: Off-page Connector 5">
            <a:extLst>
              <a:ext uri="{FF2B5EF4-FFF2-40B4-BE49-F238E27FC236}">
                <a16:creationId xmlns:a16="http://schemas.microsoft.com/office/drawing/2014/main" id="{75AE0CBB-5140-1C3D-C5A4-8ABA238AF4DC}"/>
              </a:ext>
            </a:extLst>
          </p:cNvPr>
          <p:cNvSpPr/>
          <p:nvPr/>
        </p:nvSpPr>
        <p:spPr bwMode="auto">
          <a:xfrm>
            <a:off x="11031851" y="246256"/>
            <a:ext cx="995189" cy="1017334"/>
          </a:xfrm>
          <a:prstGeom prst="flowChartOffpageConnector">
            <a:avLst/>
          </a:prstGeom>
          <a:solidFill>
            <a:schemeClr val="tx1">
              <a:lumMod val="85000"/>
            </a:schemeClr>
          </a:solidFill>
          <a:ln>
            <a:solidFill>
              <a:schemeClr val="tx1">
                <a:lumMod val="85000"/>
              </a:schemeClr>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1" compatLnSpc="1">
            <a:prstTxWarp prst="textNoShape">
              <a:avLst/>
            </a:prstTxWarp>
            <a:noAutofit/>
          </a:bodyPr>
          <a:lstStyle/>
          <a:p>
            <a:pPr algn="ctr" eaLnBrk="0" fontAlgn="base" hangingPunct="0">
              <a:spcBef>
                <a:spcPct val="0"/>
              </a:spcBef>
              <a:spcAft>
                <a:spcPct val="0"/>
              </a:spcAft>
            </a:pPr>
            <a:r>
              <a:rPr lang="en-CA" sz="1600" dirty="0">
                <a:ln w="0">
                  <a:solidFill>
                    <a:sysClr val="windowText" lastClr="000000"/>
                  </a:solidFill>
                </a:ln>
                <a:solidFill>
                  <a:sysClr val="windowText" lastClr="000000"/>
                </a:solidFill>
              </a:rPr>
              <a:t>R&amp;D project</a:t>
            </a:r>
          </a:p>
        </p:txBody>
      </p:sp>
      <p:sp>
        <p:nvSpPr>
          <p:cNvPr id="8" name="TextBox 7">
            <a:extLst>
              <a:ext uri="{FF2B5EF4-FFF2-40B4-BE49-F238E27FC236}">
                <a16:creationId xmlns:a16="http://schemas.microsoft.com/office/drawing/2014/main" id="{34FEA8AF-CFB9-ECF0-252A-1EE132D03384}"/>
              </a:ext>
            </a:extLst>
          </p:cNvPr>
          <p:cNvSpPr txBox="1"/>
          <p:nvPr/>
        </p:nvSpPr>
        <p:spPr>
          <a:xfrm>
            <a:off x="829281" y="1255622"/>
            <a:ext cx="6096000" cy="369332"/>
          </a:xfrm>
          <a:prstGeom prst="rect">
            <a:avLst/>
          </a:prstGeom>
          <a:noFill/>
          <a:effectLst/>
        </p:spPr>
        <p:txBody>
          <a:bodyPr wrap="square">
            <a:spAutoFit/>
          </a:bodyPr>
          <a:lstStyle/>
          <a:p>
            <a:r>
              <a:rPr lang="en-US" dirty="0">
                <a:solidFill>
                  <a:srgbClr val="72DBFF"/>
                </a:solidFill>
              </a:rPr>
              <a:t>High level </a:t>
            </a:r>
            <a:r>
              <a:rPr lang="en-US" dirty="0"/>
              <a:t>description of the project</a:t>
            </a:r>
          </a:p>
        </p:txBody>
      </p:sp>
      <p:sp>
        <p:nvSpPr>
          <p:cNvPr id="18" name="Rectangle 17">
            <a:extLst>
              <a:ext uri="{FF2B5EF4-FFF2-40B4-BE49-F238E27FC236}">
                <a16:creationId xmlns:a16="http://schemas.microsoft.com/office/drawing/2014/main" id="{5AF4D5CD-4DB1-7EC8-8333-BDA4EDB0663C}"/>
              </a:ext>
            </a:extLst>
          </p:cNvPr>
          <p:cNvSpPr/>
          <p:nvPr/>
        </p:nvSpPr>
        <p:spPr bwMode="auto">
          <a:xfrm>
            <a:off x="8245350" y="1838185"/>
            <a:ext cx="3946650" cy="4536909"/>
          </a:xfrm>
          <a:prstGeom prst="rect">
            <a:avLst/>
          </a:prstGeom>
          <a:gradFill flip="none" rotWithShape="1">
            <a:gsLst>
              <a:gs pos="0">
                <a:srgbClr val="00347E">
                  <a:alpha val="0"/>
                </a:srgbClr>
              </a:gs>
              <a:gs pos="85000">
                <a:schemeClr val="accent4">
                  <a:alpha val="59985"/>
                </a:scheme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lang="en-US" sz="1400" b="1" dirty="0">
                <a:solidFill>
                  <a:prstClr val="white"/>
                </a:solidFill>
                <a:latin typeface="Arial"/>
                <a:ea typeface="ＭＳ Ｐゴシック"/>
              </a:rPr>
              <a:t>Long-term</a:t>
            </a:r>
          </a:p>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dirty="0">
                <a:solidFill>
                  <a:prstClr val="white"/>
                </a:solidFill>
                <a:latin typeface="Arial"/>
                <a:ea typeface="ＭＳ Ｐゴシック"/>
              </a:rPr>
              <a:t>RUST Library to integrate with Python API</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0" i="0" dirty="0">
              <a:solidFill>
                <a:prstClr val="white"/>
              </a:solidFill>
              <a:effectLst/>
              <a:latin typeface="Arial"/>
              <a:ea typeface="ＭＳ Ｐゴシック"/>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New </a:t>
            </a:r>
            <a:r>
              <a:rPr lang="en-US" sz="1200" b="0" i="0" dirty="0" err="1">
                <a:solidFill>
                  <a:srgbClr val="FFFFFF"/>
                </a:solidFill>
                <a:effectLst/>
                <a:latin typeface="Arial" panose="020B0604020202020204" pitchFamily="34" charset="0"/>
              </a:rPr>
              <a:t>DataClasses</a:t>
            </a:r>
            <a:r>
              <a:rPr lang="en-US" sz="1200" b="0" i="0" dirty="0">
                <a:solidFill>
                  <a:srgbClr val="FFFFFF"/>
                </a:solidFill>
                <a:effectLst/>
                <a:latin typeface="Arial" panose="020B0604020202020204" pitchFamily="34" charset="0"/>
              </a:rPr>
              <a:t> for Services</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Update dependencies to include </a:t>
            </a:r>
            <a:r>
              <a:rPr lang="en-US" sz="1200" b="0" i="0" dirty="0" err="1">
                <a:solidFill>
                  <a:srgbClr val="FFFFFF"/>
                </a:solidFill>
                <a:effectLst/>
                <a:latin typeface="Arial" panose="020B0604020202020204" pitchFamily="34" charset="0"/>
              </a:rPr>
              <a:t>anyio</a:t>
            </a:r>
            <a:r>
              <a:rPr lang="en-US" sz="1200" b="0" i="0" dirty="0">
                <a:solidFill>
                  <a:srgbClr val="FFFFFF"/>
                </a:solidFill>
                <a:effectLst/>
                <a:latin typeface="Arial" panose="020B0604020202020204" pitchFamily="34" charset="0"/>
              </a:rPr>
              <a:t> library</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Research AI Framework for Python API</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i="0" dirty="0">
              <a:solidFill>
                <a:srgbClr val="FFFFFF"/>
              </a:solidFill>
              <a:effectLst/>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0" i="0" u="none" strike="noStrike" kern="1200" cap="none" spc="0" normalizeH="0" baseline="0" noProof="0" dirty="0">
              <a:ln>
                <a:noFill/>
              </a:ln>
              <a:solidFill>
                <a:prstClr val="white"/>
              </a:solidFill>
              <a:effectLst/>
              <a:uLnTx/>
              <a:uFillTx/>
              <a:latin typeface="Arial"/>
              <a:ea typeface="ＭＳ Ｐゴシック"/>
            </a:endParaRPr>
          </a:p>
        </p:txBody>
      </p:sp>
      <p:sp>
        <p:nvSpPr>
          <p:cNvPr id="19" name="Rectangle 18">
            <a:extLst>
              <a:ext uri="{FF2B5EF4-FFF2-40B4-BE49-F238E27FC236}">
                <a16:creationId xmlns:a16="http://schemas.microsoft.com/office/drawing/2014/main" id="{B88E9094-C02F-9E4E-1149-15CF5377DBB1}"/>
              </a:ext>
            </a:extLst>
          </p:cNvPr>
          <p:cNvSpPr/>
          <p:nvPr/>
        </p:nvSpPr>
        <p:spPr bwMode="auto">
          <a:xfrm>
            <a:off x="4122675" y="1843951"/>
            <a:ext cx="3946650" cy="4536909"/>
          </a:xfrm>
          <a:prstGeom prst="rect">
            <a:avLst/>
          </a:prstGeom>
          <a:gradFill flip="none" rotWithShape="1">
            <a:gsLst>
              <a:gs pos="0">
                <a:srgbClr val="00347E">
                  <a:alpha val="0"/>
                </a:srgbClr>
              </a:gs>
              <a:gs pos="85000">
                <a:schemeClr val="accent4">
                  <a:alpha val="59985"/>
                </a:scheme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kumimoji="0" lang="en-US" sz="1400" b="1" i="0" u="none" strike="noStrike" kern="1200" cap="none" spc="0" normalizeH="0" baseline="0" noProof="0" dirty="0">
                <a:ln>
                  <a:noFill/>
                </a:ln>
                <a:solidFill>
                  <a:prstClr val="white"/>
                </a:solidFill>
                <a:effectLst/>
                <a:uLnTx/>
                <a:uFillTx/>
                <a:latin typeface="Arial"/>
                <a:ea typeface="ＭＳ Ｐゴシック"/>
              </a:rPr>
              <a:t>Mid-term</a:t>
            </a:r>
            <a:endParaRPr lang="en-US" sz="1200" b="0" i="0" u="none" strike="noStrike" kern="1200" cap="none" spc="0" normalizeH="0" baseline="0" noProof="0" dirty="0">
              <a:ln>
                <a:noFill/>
              </a:ln>
              <a:solidFill>
                <a:prstClr val="white"/>
              </a:solidFill>
              <a:effectLst/>
              <a:uLnTx/>
              <a:uFillTx/>
              <a:latin typeface="Arial"/>
              <a:ea typeface="ＭＳ Ｐゴシック"/>
            </a:endParaRP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dirty="0">
                <a:solidFill>
                  <a:srgbClr val="FFFFFF"/>
                </a:solidFill>
                <a:effectLst/>
                <a:latin typeface="Arial" panose="020B0604020202020204" pitchFamily="34" charset="0"/>
              </a:rPr>
              <a:t>Improve standalone server administrator experience</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i="0"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err="1">
                <a:solidFill>
                  <a:srgbClr val="FFFFFF"/>
                </a:solidFill>
                <a:effectLst/>
                <a:latin typeface="Arial" panose="020B0604020202020204" pitchFamily="34" charset="0"/>
              </a:rPr>
              <a:t>KnowledgeGraph</a:t>
            </a:r>
            <a:r>
              <a:rPr lang="en-US" sz="1200" b="0" i="0" dirty="0">
                <a:solidFill>
                  <a:srgbClr val="FFFFFF"/>
                </a:solidFill>
                <a:effectLst/>
                <a:latin typeface="Arial" panose="020B0604020202020204" pitchFamily="34" charset="0"/>
              </a:rPr>
              <a:t> Enhancements</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u="none" strike="noStrike"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1" i="0" dirty="0">
                <a:solidFill>
                  <a:srgbClr val="FFFFFF"/>
                </a:solidFill>
                <a:effectLst/>
                <a:latin typeface="Arial" panose="020B0604020202020204" pitchFamily="34" charset="0"/>
              </a:rPr>
              <a:t>I</a:t>
            </a:r>
            <a:r>
              <a:rPr lang="en-US" sz="1200" b="0" i="0" u="none" strike="noStrike" dirty="0">
                <a:solidFill>
                  <a:srgbClr val="FFFFFF"/>
                </a:solidFill>
                <a:effectLst/>
                <a:latin typeface="Arial" panose="020B0604020202020204" pitchFamily="34" charset="0"/>
              </a:rPr>
              <a:t>ncorporate AI Utility Services into Python API</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err="1">
                <a:solidFill>
                  <a:srgbClr val="FFFFFF"/>
                </a:solidFill>
                <a:effectLst/>
                <a:latin typeface="Arial" panose="020B0604020202020204" pitchFamily="34" charset="0"/>
              </a:rPr>
              <a:t>OfflineContentManager</a:t>
            </a:r>
            <a:r>
              <a:rPr lang="en-US" sz="1200" b="0" i="0" dirty="0">
                <a:solidFill>
                  <a:srgbClr val="FFFFFF"/>
                </a:solidFill>
                <a:effectLst/>
                <a:latin typeface="Arial" panose="020B0604020202020204" pitchFamily="34" charset="0"/>
              </a:rPr>
              <a:t> improvements</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Addition of new dashboards module in the API</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i="0" dirty="0">
              <a:solidFill>
                <a:srgbClr val="FFFFFF"/>
              </a:solidFill>
              <a:effectLst/>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i="0" dirty="0">
              <a:solidFill>
                <a:srgbClr val="FFFFFF"/>
              </a:solidFill>
              <a:effectLst/>
              <a:latin typeface="Arial" panose="020B0604020202020204" pitchFamily="34" charset="0"/>
            </a:endParaRPr>
          </a:p>
        </p:txBody>
      </p:sp>
      <p:sp>
        <p:nvSpPr>
          <p:cNvPr id="20" name="Rectangle 19">
            <a:extLst>
              <a:ext uri="{FF2B5EF4-FFF2-40B4-BE49-F238E27FC236}">
                <a16:creationId xmlns:a16="http://schemas.microsoft.com/office/drawing/2014/main" id="{430817F5-EAA8-939E-2DE3-E8AC92FA3A23}"/>
              </a:ext>
            </a:extLst>
          </p:cNvPr>
          <p:cNvSpPr/>
          <p:nvPr/>
        </p:nvSpPr>
        <p:spPr bwMode="auto">
          <a:xfrm>
            <a:off x="88013" y="1838185"/>
            <a:ext cx="3946650" cy="4536909"/>
          </a:xfrm>
          <a:prstGeom prst="rect">
            <a:avLst/>
          </a:prstGeom>
          <a:gradFill flip="none" rotWithShape="1">
            <a:gsLst>
              <a:gs pos="0">
                <a:srgbClr val="00347E">
                  <a:alpha val="0"/>
                </a:srgbClr>
              </a:gs>
              <a:gs pos="85000">
                <a:schemeClr val="accent4">
                  <a:alpha val="59985"/>
                </a:schemeClr>
              </a:gs>
            </a:gsLst>
            <a:lin ang="120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182880" tIns="182880" rIns="91440" bIns="182880" numCol="1" rtlCol="0" anchor="t" anchorCtr="0" compatLnSpc="1">
            <a:prstTxWarp prst="textNoShape">
              <a:avLst/>
            </a:prstTxWarp>
            <a:noAutofit/>
          </a:bodyPr>
          <a:lstStyle/>
          <a:p>
            <a:pPr marL="0" marR="0" lvl="0" indent="0" algn="l" defTabSz="457200" rtl="0" eaLnBrk="1" fontAlgn="auto" latinLnBrk="0" hangingPunct="1">
              <a:lnSpc>
                <a:spcPts val="1400"/>
              </a:lnSpc>
              <a:spcBef>
                <a:spcPts val="0"/>
              </a:spcBef>
              <a:spcAft>
                <a:spcPts val="600"/>
              </a:spcAft>
              <a:buClr>
                <a:srgbClr val="00B9F2">
                  <a:lumMod val="40000"/>
                  <a:lumOff val="60000"/>
                </a:srgbClr>
              </a:buClr>
              <a:buSzPct val="90000"/>
              <a:buFontTx/>
              <a:buNone/>
              <a:tabLst/>
              <a:defRPr/>
            </a:pPr>
            <a:r>
              <a:rPr lang="en-US" sz="1400" b="1" i="0" u="none" strike="noStrike" kern="1200" cap="none" spc="0" normalizeH="0" baseline="0" noProof="0" dirty="0">
                <a:ln>
                  <a:noFill/>
                </a:ln>
                <a:solidFill>
                  <a:prstClr val="white"/>
                </a:solidFill>
                <a:effectLst/>
                <a:uLnTx/>
                <a:uFillTx/>
                <a:latin typeface="Arial"/>
                <a:ea typeface="ＭＳ Ｐゴシック"/>
              </a:rPr>
              <a:t>Short-term</a:t>
            </a:r>
            <a:endParaRPr lang="en-US" sz="1200" b="0" i="0" u="none" strike="noStrike" kern="1200" cap="none" spc="0" normalizeH="0" baseline="0" noProof="0" dirty="0">
              <a:ln>
                <a:noFill/>
              </a:ln>
              <a:solidFill>
                <a:prstClr val="white"/>
              </a:solidFill>
              <a:effectLst/>
              <a:uLnTx/>
              <a:uFillTx/>
              <a:latin typeface="Arial"/>
              <a:ea typeface="ＭＳ Ｐゴシック"/>
            </a:endParaRPr>
          </a:p>
          <a:p>
            <a:pPr marL="0" marR="0" lvl="0" indent="0" algn="l" defTabSz="457200" rtl="0" eaLnBrk="1" fontAlgn="auto" latinLnBrk="0" hangingPunct="1">
              <a:lnSpc>
                <a:spcPts val="700"/>
              </a:lnSpc>
              <a:spcBef>
                <a:spcPts val="0"/>
              </a:spcBef>
              <a:spcAft>
                <a:spcPts val="600"/>
              </a:spcAft>
              <a:buClr>
                <a:srgbClr val="00B9F2">
                  <a:lumMod val="40000"/>
                  <a:lumOff val="60000"/>
                </a:srgbClr>
              </a:buClr>
              <a:buSzPct val="90000"/>
              <a:buFontTx/>
              <a:buNone/>
              <a:tabLst/>
              <a:defRPr/>
            </a:pPr>
            <a:r>
              <a:rPr kumimoji="0" lang="en-US" sz="1200" b="0" i="0" u="none" strike="noStrike" kern="1200" cap="none" spc="0" normalizeH="0" baseline="0" noProof="0" dirty="0">
                <a:ln>
                  <a:noFill/>
                </a:ln>
                <a:solidFill>
                  <a:srgbClr val="007AC2">
                    <a:lumMod val="60000"/>
                    <a:lumOff val="40000"/>
                  </a:srgbClr>
                </a:solidFill>
                <a:effectLst/>
                <a:uLnTx/>
                <a:uFillTx/>
                <a:latin typeface="Arial"/>
                <a:ea typeface="ＭＳ Ｐゴシック"/>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dirty="0">
                <a:solidFill>
                  <a:srgbClr val="FFFFFF"/>
                </a:solidFill>
                <a:effectLst/>
                <a:latin typeface="Arial" panose="020B0604020202020204" pitchFamily="34" charset="0"/>
              </a:rPr>
              <a:t>Support Folder object across the API for adding content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kumimoji="0" lang="en-US" sz="1200" i="0" u="none" strike="noStrike" kern="1200" cap="none" spc="0" normalizeH="0" baseline="0" noProof="0" dirty="0">
              <a:ln>
                <a:noFill/>
              </a:ln>
              <a:solidFill>
                <a:srgbClr val="FFFFFF"/>
              </a:solidFill>
              <a:uLnTx/>
              <a:uFillTx/>
              <a:latin typeface="Arial" panose="020B0604020202020204" pitchFamily="34" charset="0"/>
              <a:ea typeface="ＭＳ Ｐゴシック"/>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dirty="0">
                <a:solidFill>
                  <a:srgbClr val="FFFFFF"/>
                </a:solidFill>
                <a:effectLst/>
                <a:latin typeface="Arial" panose="020B0604020202020204" pitchFamily="34" charset="0"/>
              </a:rPr>
              <a:t>Support Sub type Group layers and tables</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i="0" u="none" strike="noStrike"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u="none" strike="noStrike" dirty="0">
                <a:solidFill>
                  <a:srgbClr val="FFFFFF"/>
                </a:solidFill>
                <a:effectLst/>
                <a:latin typeface="Arial" panose="020B0604020202020204" pitchFamily="34" charset="0"/>
              </a:rPr>
              <a:t>Integrate ArcGIS Video Server</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Update and Revamp </a:t>
            </a:r>
            <a:r>
              <a:rPr lang="en-US" sz="1200" b="0" i="0" dirty="0" err="1">
                <a:solidFill>
                  <a:srgbClr val="FFFFFF"/>
                </a:solidFill>
                <a:effectLst/>
                <a:latin typeface="Arial" panose="020B0604020202020204" pitchFamily="34" charset="0"/>
              </a:rPr>
              <a:t>StoryMaps</a:t>
            </a:r>
            <a:r>
              <a:rPr lang="en-US" sz="1200" b="0" i="0" dirty="0">
                <a:solidFill>
                  <a:srgbClr val="FFFFFF"/>
                </a:solidFill>
                <a:effectLst/>
                <a:latin typeface="Arial" panose="020B0604020202020204" pitchFamily="34" charset="0"/>
              </a:rPr>
              <a:t> submodule</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dirty="0">
                <a:solidFill>
                  <a:srgbClr val="FFFFFF"/>
                </a:solidFill>
                <a:latin typeface="Arial" panose="020B0604020202020204" pitchFamily="34" charset="0"/>
              </a:rPr>
              <a:t>Upgrade to JS Maps SDK 5.0</a:t>
            </a:r>
            <a:endParaRPr lang="en-US" sz="1200" b="1" dirty="0">
              <a:solidFill>
                <a:srgbClr val="FFFFFF"/>
              </a:solidFill>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1" i="0" dirty="0">
              <a:solidFill>
                <a:srgbClr val="FFFFFF"/>
              </a:solidFill>
              <a:effectLst/>
              <a:latin typeface="Arial" panose="020B0604020202020204" pitchFamily="34" charset="0"/>
            </a:endParaRP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r>
              <a:rPr lang="en-US" sz="1200" b="0" i="0" dirty="0">
                <a:solidFill>
                  <a:srgbClr val="FFFFFF"/>
                </a:solidFill>
                <a:effectLst/>
                <a:latin typeface="Arial" panose="020B0604020202020204" pitchFamily="34" charset="0"/>
              </a:rPr>
              <a:t>Support for Python 3.14</a:t>
            </a:r>
            <a:r>
              <a:rPr lang="en-US" sz="1200" b="1" i="0" dirty="0">
                <a:solidFill>
                  <a:srgbClr val="FFFFFF"/>
                </a:solidFill>
                <a:effectLst/>
                <a:latin typeface="Arial" panose="020B0604020202020204" pitchFamily="34" charset="0"/>
              </a:rPr>
              <a:t>​</a:t>
            </a:r>
          </a:p>
          <a:p>
            <a:pPr marL="118745" marR="0" lvl="0" indent="-118745" algn="l" defTabSz="457200" rtl="0" eaLnBrk="1" fontAlgn="auto" latinLnBrk="0" hangingPunct="1">
              <a:lnSpc>
                <a:spcPts val="1400"/>
              </a:lnSpc>
              <a:spcBef>
                <a:spcPts val="0"/>
              </a:spcBef>
              <a:spcAft>
                <a:spcPts val="600"/>
              </a:spcAft>
              <a:buClr>
                <a:srgbClr val="00B9F2">
                  <a:lumMod val="40000"/>
                  <a:lumOff val="60000"/>
                </a:srgbClr>
              </a:buClr>
              <a:buSzPct val="90000"/>
              <a:buFont typeface="Arial" panose="020B0604020202020204" pitchFamily="34" charset="0"/>
              <a:buChar char="•"/>
              <a:tabLst/>
              <a:defRPr/>
            </a:pPr>
            <a:endParaRPr lang="en-US" sz="1200" b="0" i="0" u="none" strike="noStrike" kern="1200" cap="none" spc="0" normalizeH="0" baseline="0" noProof="0" dirty="0">
              <a:ln>
                <a:noFill/>
              </a:ln>
              <a:solidFill>
                <a:prstClr val="white"/>
              </a:solidFill>
              <a:effectLst/>
              <a:uLnTx/>
              <a:uFillTx/>
              <a:latin typeface="Arial"/>
              <a:ea typeface="ＭＳ Ｐゴシック"/>
            </a:endParaRPr>
          </a:p>
        </p:txBody>
      </p:sp>
    </p:spTree>
    <p:extLst>
      <p:ext uri="{BB962C8B-B14F-4D97-AF65-F5344CB8AC3E}">
        <p14:creationId xmlns:p14="http://schemas.microsoft.com/office/powerpoint/2010/main" val="23651786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1352" y="692458"/>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 Customer bugs &amp; quality fixes</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a:tabLst>
                <a:tab pos="276225" algn="l"/>
              </a:tabLst>
            </a:pPr>
            <a:endParaRPr lang="en-US" sz="1800">
              <a:solidFill>
                <a:srgbClr val="72DBFF"/>
              </a:solidFill>
            </a:endParaRP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4133987"/>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None/>
            </a:pPr>
            <a:endParaRPr lang="en-US" i="1" dirty="0"/>
          </a:p>
        </p:txBody>
      </p:sp>
      <p:sp>
        <p:nvSpPr>
          <p:cNvPr id="2" name="Footer Placeholder 1">
            <a:extLst>
              <a:ext uri="{FF2B5EF4-FFF2-40B4-BE49-F238E27FC236}">
                <a16:creationId xmlns:a16="http://schemas.microsoft.com/office/drawing/2014/main" id="{8E8001B7-C17A-4C96-A01A-B86FD4A2FD26}"/>
              </a:ext>
            </a:extLst>
          </p:cNvPr>
          <p:cNvSpPr>
            <a:spLocks noGrp="1"/>
          </p:cNvSpPr>
          <p:nvPr>
            <p:ph type="ftr" sz="quarter" idx="3"/>
          </p:nvPr>
        </p:nvSpPr>
        <p:spPr/>
        <p:txBody>
          <a:bodyPr/>
          <a:lstStyle/>
          <a:p>
            <a:r>
              <a:rPr lang="en-US"/>
              <a:t>Esri internal - do not share</a:t>
            </a:r>
          </a:p>
        </p:txBody>
      </p:sp>
      <p:graphicFrame>
        <p:nvGraphicFramePr>
          <p:cNvPr id="3" name="Table 3">
            <a:extLst>
              <a:ext uri="{FF2B5EF4-FFF2-40B4-BE49-F238E27FC236}">
                <a16:creationId xmlns:a16="http://schemas.microsoft.com/office/drawing/2014/main" id="{36F0E4E7-9DCC-88DA-E2DB-CE1E2C1D89BA}"/>
              </a:ext>
            </a:extLst>
          </p:cNvPr>
          <p:cNvGraphicFramePr>
            <a:graphicFrameLocks noGrp="1"/>
          </p:cNvGraphicFramePr>
          <p:nvPr>
            <p:extLst>
              <p:ext uri="{D42A27DB-BD31-4B8C-83A1-F6EECF244321}">
                <p14:modId xmlns:p14="http://schemas.microsoft.com/office/powerpoint/2010/main" val="3308794891"/>
              </p:ext>
            </p:extLst>
          </p:nvPr>
        </p:nvGraphicFramePr>
        <p:xfrm>
          <a:off x="829518" y="1803721"/>
          <a:ext cx="11142111" cy="4647315"/>
        </p:xfrm>
        <a:graphic>
          <a:graphicData uri="http://schemas.openxmlformats.org/drawingml/2006/table">
            <a:tbl>
              <a:tblPr firstRow="1" bandRow="1">
                <a:tableStyleId>{9D7B26C5-4107-4FEC-AEDC-1716B250A1EF}</a:tableStyleId>
              </a:tblPr>
              <a:tblGrid>
                <a:gridCol w="3235971">
                  <a:extLst>
                    <a:ext uri="{9D8B030D-6E8A-4147-A177-3AD203B41FA5}">
                      <a16:colId xmlns:a16="http://schemas.microsoft.com/office/drawing/2014/main" val="249952755"/>
                    </a:ext>
                  </a:extLst>
                </a:gridCol>
                <a:gridCol w="7906140">
                  <a:extLst>
                    <a:ext uri="{9D8B030D-6E8A-4147-A177-3AD203B41FA5}">
                      <a16:colId xmlns:a16="http://schemas.microsoft.com/office/drawing/2014/main" val="2177506668"/>
                    </a:ext>
                  </a:extLst>
                </a:gridCol>
              </a:tblGrid>
              <a:tr h="545415">
                <a:tc>
                  <a:txBody>
                    <a:bodyPr/>
                    <a:lstStyle/>
                    <a:p>
                      <a:r>
                        <a:rPr lang="en-US" sz="1800" dirty="0"/>
                        <a:t>Bug #</a:t>
                      </a:r>
                      <a:endParaRPr lang="en-CA"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Synopsis</a:t>
                      </a:r>
                      <a:endParaRPr lang="en-CA"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3946865"/>
                  </a:ext>
                </a:extLst>
              </a:tr>
              <a:tr h="545415">
                <a:tc>
                  <a:txBody>
                    <a:bodyPr/>
                    <a:lstStyle/>
                    <a:p>
                      <a:r>
                        <a:rPr lang="en-CA" dirty="0" err="1">
                          <a:hlinkClick r:id="rId3"/>
                        </a:rPr>
                        <a:t>Geosaurus</a:t>
                      </a:r>
                      <a:r>
                        <a:rPr lang="en-CA" dirty="0">
                          <a:hlinkClick r:id="rId3"/>
                        </a:rPr>
                        <a:t> #14337</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Content Management – Unable to create join view layer using ArcGIS API for Python </a:t>
                      </a:r>
                      <a:r>
                        <a:rPr lang="en-CA" dirty="0" err="1"/>
                        <a:t>ViewManager</a:t>
                      </a:r>
                      <a:r>
                        <a:rPr lang="en-CA" dirty="0"/>
                        <a:t>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6161047"/>
                  </a:ext>
                </a:extLst>
              </a:tr>
              <a:tr h="545415">
                <a:tc>
                  <a:txBody>
                    <a:bodyPr/>
                    <a:lstStyle/>
                    <a:p>
                      <a:r>
                        <a:rPr lang="en-CA" dirty="0" err="1">
                          <a:hlinkClick r:id="rId4"/>
                        </a:rPr>
                        <a:t>Geosaurus</a:t>
                      </a:r>
                      <a:r>
                        <a:rPr lang="en-CA" dirty="0">
                          <a:hlinkClick r:id="rId4"/>
                        </a:rPr>
                        <a:t> #14369</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Content Management – Issues with fields while cloning to Enterprise.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3406049"/>
                  </a:ext>
                </a:extLst>
              </a:tr>
              <a:tr h="545415">
                <a:tc>
                  <a:txBody>
                    <a:bodyPr/>
                    <a:lstStyle/>
                    <a:p>
                      <a:r>
                        <a:rPr lang="en-CA" dirty="0" err="1">
                          <a:hlinkClick r:id="rId5"/>
                        </a:rPr>
                        <a:t>Geosaurus</a:t>
                      </a:r>
                      <a:r>
                        <a:rPr lang="en-CA" dirty="0">
                          <a:hlinkClick r:id="rId5"/>
                        </a:rPr>
                        <a:t> #13728</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Data Management - `</a:t>
                      </a:r>
                      <a:r>
                        <a:rPr lang="en-CA" dirty="0" err="1"/>
                        <a:t>insert_layer</a:t>
                      </a:r>
                      <a:r>
                        <a:rPr lang="en-CA" dirty="0"/>
                        <a:t>()` not working if Table is present in </a:t>
                      </a:r>
                      <a:r>
                        <a:rPr lang="en-CA" dirty="0" err="1"/>
                        <a:t>FeatureService</a:t>
                      </a:r>
                      <a:r>
                        <a:rPr lang="en-CA"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2521063"/>
                  </a:ext>
                </a:extLst>
              </a:tr>
              <a:tr h="545415">
                <a:tc>
                  <a:txBody>
                    <a:bodyPr/>
                    <a:lstStyle/>
                    <a:p>
                      <a:r>
                        <a:rPr lang="en-CA" dirty="0" err="1">
                          <a:hlinkClick r:id="rId6"/>
                        </a:rPr>
                        <a:t>Geosaurus</a:t>
                      </a:r>
                      <a:r>
                        <a:rPr lang="en-CA" dirty="0">
                          <a:hlinkClick r:id="rId6"/>
                        </a:rPr>
                        <a:t> #13696</a:t>
                      </a:r>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GIS Services and Server Roles - `Segment` tool in Python API (raster) is missing `</a:t>
                      </a:r>
                      <a:r>
                        <a:rPr lang="en-CA" dirty="0" err="1"/>
                        <a:t>maximumSegmentSizeInPixels</a:t>
                      </a:r>
                      <a:r>
                        <a:rPr lang="en-CA" dirty="0"/>
                        <a:t>` 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3708471"/>
                  </a:ext>
                </a:extLst>
              </a:tr>
              <a:tr h="545415">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7093291"/>
                  </a:ext>
                </a:extLst>
              </a:tr>
              <a:tr h="545415">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CA"/>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5315613"/>
                  </a:ext>
                </a:extLst>
              </a:tr>
              <a:tr h="545415">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CA"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9205797"/>
                  </a:ext>
                </a:extLst>
              </a:tr>
            </a:tbl>
          </a:graphicData>
        </a:graphic>
      </p:graphicFrame>
    </p:spTree>
    <p:extLst>
      <p:ext uri="{BB962C8B-B14F-4D97-AF65-F5344CB8AC3E}">
        <p14:creationId xmlns:p14="http://schemas.microsoft.com/office/powerpoint/2010/main" val="309412510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2000">
              <a:srgbClr val="0C4799"/>
            </a:gs>
            <a:gs pos="96000">
              <a:srgbClr val="080F24"/>
            </a:gs>
          </a:gsLst>
          <a:lin ang="10800000" scaled="1"/>
          <a:tileRect/>
        </a:gradFill>
        <a:effectLst/>
      </p:bgPr>
    </p:bg>
    <p:spTree>
      <p:nvGrpSpPr>
        <p:cNvPr id="1" name=""/>
        <p:cNvGrpSpPr/>
        <p:nvPr/>
      </p:nvGrpSpPr>
      <p:grpSpPr>
        <a:xfrm>
          <a:off x="0" y="0"/>
          <a:ext cx="0" cy="0"/>
          <a:chOff x="0" y="0"/>
          <a:chExt cx="0" cy="0"/>
        </a:xfrm>
      </p:grpSpPr>
      <p:sp>
        <p:nvSpPr>
          <p:cNvPr id="21" name="Title 15">
            <a:extLst>
              <a:ext uri="{FF2B5EF4-FFF2-40B4-BE49-F238E27FC236}">
                <a16:creationId xmlns:a16="http://schemas.microsoft.com/office/drawing/2014/main" id="{7CB7BD23-2E99-4E21-995F-06634E7DD260}"/>
              </a:ext>
            </a:extLst>
          </p:cNvPr>
          <p:cNvSpPr txBox="1">
            <a:spLocks/>
          </p:cNvSpPr>
          <p:nvPr/>
        </p:nvSpPr>
        <p:spPr bwMode="white">
          <a:xfrm>
            <a:off x="914400" y="692458"/>
            <a:ext cx="10369296" cy="683607"/>
          </a:xfrm>
          <a:prstGeom prst="rect">
            <a:avLst/>
          </a:prstGeom>
          <a:noFill/>
        </p:spPr>
        <p:txBody>
          <a:bodyPr vert="horz" wrap="square" lIns="0" tIns="0" rIns="0" bIns="0" rtlCol="0" anchor="b">
            <a:noAutofit/>
          </a:bodyPr>
          <a:lstStyle>
            <a:lvl1pPr algn="ctr" defTabSz="457200" rtl="0" eaLnBrk="1" latinLnBrk="0" hangingPunct="1">
              <a:lnSpc>
                <a:spcPct val="100000"/>
              </a:lnSpc>
              <a:spcBef>
                <a:spcPct val="0"/>
              </a:spcBef>
              <a:buNone/>
              <a:defRPr sz="3600" b="0" kern="1200" baseline="0">
                <a:solidFill>
                  <a:schemeClr val="tx1"/>
                </a:solidFill>
                <a:latin typeface="+mj-lt"/>
                <a:ea typeface="+mj-ea"/>
                <a:cs typeface="Arial"/>
              </a:defRPr>
            </a:lvl1pPr>
          </a:lstStyle>
          <a:p>
            <a:pPr algn="l"/>
            <a:r>
              <a:rPr lang="en-US" sz="4000" dirty="0"/>
              <a:t>Team Resources</a:t>
            </a:r>
          </a:p>
        </p:txBody>
      </p:sp>
      <p:sp>
        <p:nvSpPr>
          <p:cNvPr id="30" name="Text Placeholder 16">
            <a:extLst>
              <a:ext uri="{FF2B5EF4-FFF2-40B4-BE49-F238E27FC236}">
                <a16:creationId xmlns:a16="http://schemas.microsoft.com/office/drawing/2014/main" id="{12CF4024-3CF9-4279-8B0C-4F8C3984C988}"/>
              </a:ext>
            </a:extLst>
          </p:cNvPr>
          <p:cNvSpPr txBox="1">
            <a:spLocks/>
          </p:cNvSpPr>
          <p:nvPr/>
        </p:nvSpPr>
        <p:spPr>
          <a:xfrm>
            <a:off x="914400" y="1399032"/>
            <a:ext cx="10369296" cy="276999"/>
          </a:xfrm>
          <a:prstGeom prst="rect">
            <a:avLst/>
          </a:prstGeom>
        </p:spPr>
        <p:txBody>
          <a:bodyPr/>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a:tabLst>
                <a:tab pos="276225" algn="l"/>
              </a:tabLst>
            </a:pPr>
            <a:endParaRPr lang="en-US" sz="1800">
              <a:solidFill>
                <a:srgbClr val="72DBFF"/>
              </a:solidFill>
            </a:endParaRPr>
          </a:p>
        </p:txBody>
      </p:sp>
      <p:sp>
        <p:nvSpPr>
          <p:cNvPr id="31" name="Content Placeholder 17">
            <a:extLst>
              <a:ext uri="{FF2B5EF4-FFF2-40B4-BE49-F238E27FC236}">
                <a16:creationId xmlns:a16="http://schemas.microsoft.com/office/drawing/2014/main" id="{3458CF3C-5A0B-4D7F-B7A6-8D02A4474306}"/>
              </a:ext>
            </a:extLst>
          </p:cNvPr>
          <p:cNvSpPr txBox="1">
            <a:spLocks/>
          </p:cNvSpPr>
          <p:nvPr/>
        </p:nvSpPr>
        <p:spPr>
          <a:xfrm>
            <a:off x="911352" y="2031555"/>
            <a:ext cx="10369296" cy="3427413"/>
          </a:xfrm>
          <a:prstGeom prst="rect">
            <a:avLst/>
          </a:prstGeom>
        </p:spPr>
        <p:txBody>
          <a:bodyPr lIns="91440" tIns="45720" rIns="91440" bIns="45720" anchor="t"/>
          <a:lstStyle>
            <a:lvl1pPr marL="114300" indent="-114300"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tabLst/>
              <a:defRPr sz="2000" b="0" kern="1200">
                <a:solidFill>
                  <a:schemeClr val="tx1"/>
                </a:solidFill>
                <a:latin typeface="+mn-lt"/>
                <a:ea typeface="+mn-ea"/>
                <a:cs typeface="Arial"/>
              </a:defRPr>
            </a:lvl1pPr>
            <a:lvl2pPr marL="404813"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800" b="0" kern="1200">
                <a:solidFill>
                  <a:schemeClr val="tx1"/>
                </a:solidFill>
                <a:latin typeface="+mn-lt"/>
                <a:ea typeface="+mn-ea"/>
                <a:cs typeface="Arial"/>
              </a:defRPr>
            </a:lvl2pPr>
            <a:lvl3pPr marL="742950" indent="-120650"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tabLst/>
              <a:defRPr sz="1600" b="0"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0" kern="1200">
                <a:solidFill>
                  <a:schemeClr val="tx1"/>
                </a:solidFill>
                <a:latin typeface="+mn-lt"/>
                <a:ea typeface="+mn-ea"/>
                <a:cs typeface="Arial"/>
              </a:defRPr>
            </a:lvl4pPr>
            <a:lvl5pPr marL="1370012" indent="0"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None/>
              <a:defRPr lang="en-US" sz="1400" b="0"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0"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0"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fontAlgn="base"/>
            <a:r>
              <a:rPr lang="en-US" dirty="0"/>
              <a:t>ArcGIS API for Python Confluence Page - </a:t>
            </a:r>
            <a:r>
              <a:rPr lang="en-US" u="sng" dirty="0">
                <a:hlinkClick r:id="rId3"/>
              </a:rPr>
              <a:t>https://confluencewikidev.esri.com/x/MILECw</a:t>
            </a:r>
            <a:r>
              <a:rPr lang="en-US" dirty="0"/>
              <a:t>​​</a:t>
            </a:r>
          </a:p>
          <a:p>
            <a:pPr fontAlgn="base"/>
            <a:r>
              <a:rPr lang="en-US" dirty="0"/>
              <a:t>​</a:t>
            </a:r>
          </a:p>
          <a:p>
            <a:pPr fontAlgn="base"/>
            <a:r>
              <a:rPr lang="en-US" dirty="0"/>
              <a:t>Source Code Repo - ​</a:t>
            </a:r>
            <a:r>
              <a:rPr lang="en-US" u="sng" dirty="0">
                <a:hlinkClick r:id="rId4"/>
              </a:rPr>
              <a:t> https://github.com/ArcGIS/geosaurus</a:t>
            </a:r>
            <a:r>
              <a:rPr lang="en-US" dirty="0"/>
              <a:t>​</a:t>
            </a:r>
          </a:p>
          <a:p>
            <a:pPr fontAlgn="base"/>
            <a:r>
              <a:rPr lang="en-US"/>
              <a:t>Mapping and R&amp;D </a:t>
            </a:r>
            <a:r>
              <a:rPr lang="en-US" dirty="0"/>
              <a:t>Repo -​ </a:t>
            </a:r>
            <a:r>
              <a:rPr lang="en-US" u="sng" dirty="0">
                <a:hlinkClick r:id="rId5"/>
              </a:rPr>
              <a:t>https://github.com/ArcGIS/geoserpent</a:t>
            </a:r>
            <a:r>
              <a:rPr lang="en-US" dirty="0"/>
              <a:t>​</a:t>
            </a:r>
          </a:p>
          <a:p>
            <a:pPr fontAlgn="base"/>
            <a:r>
              <a:rPr lang="en-US" dirty="0"/>
              <a:t>Public Documentation Repo – </a:t>
            </a:r>
            <a:r>
              <a:rPr lang="en-US" u="sng" dirty="0">
                <a:hlinkClick r:id="rId6"/>
              </a:rPr>
              <a:t>https://github.com/Esri/arcgis-python-api</a:t>
            </a:r>
            <a:r>
              <a:rPr lang="en-US" dirty="0"/>
              <a:t>​</a:t>
            </a:r>
          </a:p>
          <a:p>
            <a:pPr fontAlgn="base"/>
            <a:r>
              <a:rPr lang="en-US" dirty="0"/>
              <a:t>​</a:t>
            </a:r>
          </a:p>
          <a:p>
            <a:pPr fontAlgn="base"/>
            <a:r>
              <a:rPr lang="en-US" dirty="0"/>
              <a:t>Python API Theme Board for 2.4.3 development​ - </a:t>
            </a:r>
            <a:r>
              <a:rPr lang="en-US" dirty="0">
                <a:hlinkClick r:id="rId7"/>
              </a:rPr>
              <a:t>https://github.com/orgs/ArcGIS/projects/306</a:t>
            </a:r>
            <a:endParaRPr lang="en-US" dirty="0"/>
          </a:p>
          <a:p>
            <a:pPr marL="0" indent="0" fontAlgn="base">
              <a:buNone/>
            </a:pPr>
            <a:endParaRPr lang="en-US" dirty="0"/>
          </a:p>
        </p:txBody>
      </p:sp>
      <p:sp>
        <p:nvSpPr>
          <p:cNvPr id="2" name="Footer Placeholder 1">
            <a:extLst>
              <a:ext uri="{FF2B5EF4-FFF2-40B4-BE49-F238E27FC236}">
                <a16:creationId xmlns:a16="http://schemas.microsoft.com/office/drawing/2014/main" id="{9D7446A7-91ED-4A44-A38F-30E3477806A0}"/>
              </a:ext>
            </a:extLst>
          </p:cNvPr>
          <p:cNvSpPr>
            <a:spLocks noGrp="1"/>
          </p:cNvSpPr>
          <p:nvPr>
            <p:ph type="ftr" sz="quarter" idx="3"/>
          </p:nvPr>
        </p:nvSpPr>
        <p:spPr/>
        <p:txBody>
          <a:bodyPr/>
          <a:lstStyle/>
          <a:p>
            <a:r>
              <a:rPr lang="en-US"/>
              <a:t>Esri internal - do not share</a:t>
            </a:r>
          </a:p>
        </p:txBody>
      </p:sp>
    </p:spTree>
    <p:extLst>
      <p:ext uri="{BB962C8B-B14F-4D97-AF65-F5344CB8AC3E}">
        <p14:creationId xmlns:p14="http://schemas.microsoft.com/office/powerpoint/2010/main" val="410779981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Esri_Corporate_Template-Dark">
  <a:themeElements>
    <a:clrScheme name="Esri Branding Colors 2013_Blue Background 1">
      <a:dk1>
        <a:sysClr val="windowText" lastClr="000000"/>
      </a:dk1>
      <a:lt1>
        <a:sysClr val="window" lastClr="FFFFFF"/>
      </a:lt1>
      <a:dk2>
        <a:srgbClr val="007AC2"/>
      </a:dk2>
      <a:lt2>
        <a:srgbClr val="FFFF96"/>
      </a:lt2>
      <a:accent1>
        <a:srgbClr val="35AC46"/>
      </a:accent1>
      <a:accent2>
        <a:srgbClr val="AAD04B"/>
      </a:accent2>
      <a:accent3>
        <a:srgbClr val="F89927"/>
      </a:accent3>
      <a:accent4>
        <a:srgbClr val="00B9F2"/>
      </a:accent4>
      <a:accent5>
        <a:srgbClr val="8E499B"/>
      </a:accent5>
      <a:accent6>
        <a:srgbClr val="BE9969"/>
      </a:accent6>
      <a:hlink>
        <a:srgbClr val="C0E8FF"/>
      </a:hlink>
      <a:folHlink>
        <a:srgbClr val="81D0FF"/>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ABF5"/>
        </a:solidFill>
        <a:ln w="19050">
          <a:solidFill>
            <a:srgbClr val="FFFFFF">
              <a:alpha val="41961"/>
            </a:srgbClr>
          </a:solidFill>
          <a:miter lim="800000"/>
          <a:headEnd type="none" w="med" len="med"/>
          <a:tailEnd type="none" w="med" len="med"/>
        </a:ln>
        <a:effectLst/>
      </a:spPr>
      <a:bodyPr vert="horz" wrap="square" lIns="0" tIns="0" rIns="0" bIns="0" numCol="1" rtlCol="0" anchor="ctr" anchorCtr="1" compatLnSpc="1">
        <a:prstTxWarp prst="textNoShape">
          <a:avLst/>
        </a:prstTxWarp>
        <a:noAutofit/>
      </a:bodyPr>
      <a:lstStyle>
        <a:defPPr algn="ctr" eaLnBrk="0" fontAlgn="base" hangingPunct="0">
          <a:spcBef>
            <a:spcPct val="0"/>
          </a:spcBef>
          <a:spcAft>
            <a:spcPct val="0"/>
          </a:spcAft>
          <a:defRPr sz="1400" dirty="0">
            <a:solidFill>
              <a:prstClr val="white"/>
            </a:solidFill>
          </a:defRPr>
        </a:defPPr>
      </a:lstStyle>
      <a:style>
        <a:lnRef idx="1">
          <a:schemeClr val="accent1"/>
        </a:lnRef>
        <a:fillRef idx="3">
          <a:schemeClr val="accent1"/>
        </a:fillRef>
        <a:effectRef idx="2">
          <a:schemeClr val="accent1"/>
        </a:effectRef>
        <a:fontRef idx="minor">
          <a:schemeClr val="lt1"/>
        </a:fontRef>
      </a:style>
    </a:spDef>
    <a:lnDef>
      <a:spPr bwMode="auto">
        <a:noFill/>
        <a:ln w="50800" cap="flat" cmpd="sng" algn="ctr">
          <a:solidFill>
            <a:srgbClr val="00B0F0"/>
          </a:solidFill>
          <a:prstDash val="solid"/>
          <a:round/>
          <a:headEnd type="none" w="med" len="med"/>
          <a:tailEnd type="none"/>
        </a:ln>
        <a:effectLst>
          <a:outerShdw blurRad="25400" algn="ctr" rotWithShape="0">
            <a:schemeClr val="accent4">
              <a:lumMod val="20000"/>
              <a:lumOff val="80000"/>
              <a:alpha val="41000"/>
            </a:schemeClr>
          </a:outerShdw>
        </a:effectLst>
      </a:spPr>
      <a:bodyPr/>
      <a:lstStyle/>
    </a:lnDef>
    <a:txDef>
      <a:spPr>
        <a:noFill/>
        <a:effectLst/>
      </a:spPr>
      <a:bodyPr wrap="none" lIns="0" tIns="0" rIns="0" bIns="0" rtlCol="0">
        <a:noAutofit/>
      </a:bodyPr>
      <a:lstStyle>
        <a:defPPr algn="l" eaLnBrk="0" hangingPunct="0">
          <a:defRPr sz="1400" dirty="0" err="1" smtClean="0">
            <a:ea typeface="+mn-ea"/>
            <a:cs typeface="+mn-cs"/>
          </a:defRPr>
        </a:defPPr>
      </a:lstStyle>
    </a:txDef>
  </a:objectDefaults>
  <a:extraClrSchemeLst/>
  <a:extLst>
    <a:ext uri="{05A4C25C-085E-4340-85A3-A5531E510DB2}">
      <thm15:themeFamily xmlns:thm15="http://schemas.microsoft.com/office/thememl/2012/main" name="Esri-Corporate-Template-Dark v4.0.13.pptx" id="{E83DB189-4C52-A046-B44B-03CC0B7DDD03}" vid="{423F4F47-F8B4-2B4C-A5B7-9030C22796FE}"/>
    </a:ext>
  </a:extLst>
</a:theme>
</file>

<file path=ppt/theme/theme2.xml><?xml version="1.0" encoding="utf-8"?>
<a:theme xmlns:a="http://schemas.openxmlformats.org/drawingml/2006/main" name="2_Office Theme">
  <a:themeElements>
    <a:clrScheme name="Custom 11">
      <a:dk1>
        <a:srgbClr val="000000"/>
      </a:dk1>
      <a:lt1>
        <a:srgbClr val="FFFFFF"/>
      </a:lt1>
      <a:dk2>
        <a:srgbClr val="8439BD"/>
      </a:dk2>
      <a:lt2>
        <a:srgbClr val="EBEBEB"/>
      </a:lt2>
      <a:accent1>
        <a:srgbClr val="0EABB7"/>
      </a:accent1>
      <a:accent2>
        <a:srgbClr val="4868E5"/>
      </a:accent2>
      <a:accent3>
        <a:srgbClr val="20A472"/>
      </a:accent3>
      <a:accent4>
        <a:srgbClr val="B13DC8"/>
      </a:accent4>
      <a:accent5>
        <a:srgbClr val="172DA6"/>
      </a:accent5>
      <a:accent6>
        <a:srgbClr val="00B0F0"/>
      </a:accent6>
      <a:hlink>
        <a:srgbClr val="00B0F0"/>
      </a:hlink>
      <a:folHlink>
        <a:srgbClr val="B13DC8"/>
      </a:folHlink>
    </a:clrScheme>
    <a:fontScheme name="Custom 11">
      <a:majorFont>
        <a:latin typeface="Speak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C2F19DF-D984-D24D-9D99-C01191070D67}">
  <we:reference id="eabe5385-62b0-465a-932e-5d906dc6f4ba" version="0.0.3.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item1.xml><?xml version="1.0" encoding="utf-8"?>
<EsriMapsInfo xmlns="ESRI.ArcGIS.Mapping.OfficeIntegration.PowerPointInfo">
  <Version>Version1</Version>
  <RequiresSignIn>False</RequiresSignIn>
</EsriMapsInfo>
</file>

<file path=customXml/item2.xml><?xml version="1.0" encoding="utf-8"?>
<EsriMapsInfo xmlns="ESRI.ArcGIS.Mapping.OfficeIntegration.PowerPointInfo">
  <Version>Version1</Version>
  <RequiresSignIn>False</RequiresSignIn>
</EsriMapsInfo>
</file>

<file path=customXml/item3.xml><?xml version="1.0" encoding="utf-8"?>
<EsriMapsInfo xmlns="ESRI.ArcGIS.Mapping.OfficeIntegration.PowerPointInfo">
  <Version>Version1</Version>
  <RequiresSignIn>False</RequiresSignIn>
</EsriMapsInfo>
</file>

<file path=customXml/item4.xml><?xml version="1.0" encoding="utf-8"?>
<EsriMapsInfo xmlns="ESRI.ArcGIS.Mapping.OfficeIntegration.PowerPointInfo">
  <Version>Version1</Version>
  <RequiresSignIn>False</RequiresSignIn>
</EsriMapsInfo>
</file>

<file path=customXml/item5.xml><?xml version="1.0" encoding="utf-8"?>
<EsriMapsInfo xmlns="ESRI.ArcGIS.Mapping.OfficeIntegration.PowerPointInfo">
  <Version>Version1</Version>
  <RequiresSignIn>False</RequiresSignIn>
</EsriMapsInfo>
</file>

<file path=customXml/item6.xml><?xml version="1.0" encoding="utf-8"?>
<EsriMapsInfo xmlns="ESRI.ArcGIS.Mapping.OfficeIntegration.PowerPointInfo">
  <Version>Version1</Version>
  <RequiresSignIn>False</RequiresSignIn>
</EsriMapsInfo>
</file>

<file path=customXml/item7.xml><?xml version="1.0" encoding="utf-8"?>
<EsriMapsInfo xmlns="ESRI.ArcGIS.Mapping.OfficeIntegration.PowerPointInfo">
  <Version>Version1</Version>
  <RequiresSignIn>False</RequiresSignIn>
</EsriMapsInfo>
</file>

<file path=customXml/item8.xml><?xml version="1.0" encoding="utf-8"?>
<EsriMapsInfo xmlns="ESRI.ArcGIS.Mapping.OfficeIntegration.PowerPointInfo">
  <Version>Version1</Version>
  <RequiresSignIn>False</RequiresSignIn>
</EsriMapsInfo>
</file>

<file path=customXml/item9.xml><?xml version="1.0" encoding="utf-8"?>
<EsriMapsInfo xmlns="ESRI.ArcGIS.Mapping.OfficeIntegration.PowerPointInfo">
  <Version>Version1</Version>
  <RequiresSignIn>False</RequiresSignIn>
</EsriMapsInfo>
</file>

<file path=customXml/item10.xml><?xml version="1.0" encoding="utf-8"?>
<EsriMapsInfo xmlns="ESRI.ArcGIS.Mapping.OfficeIntegration.PowerPointInfo">
  <Version>Version1</Version>
  <RequiresSignIn>False</RequiresSignIn>
</EsriMapsInfo>
</file>

<file path=customXml/item11.xml><?xml version="1.0" encoding="utf-8"?>
<EsriMapsInfo xmlns="ESRI.ArcGIS.Mapping.OfficeIntegration.PowerPointInfo">
  <Version>Version1</Version>
  <RequiresSignIn>False</RequiresSignIn>
</EsriMapsInfo>
</file>

<file path=customXml/item12.xml><?xml version="1.0" encoding="utf-8"?>
<EsriMapsInfo xmlns="ESRI.ArcGIS.Mapping.OfficeIntegration.PowerPointInfo">
  <Version>Version1</Version>
  <RequiresSignIn>False</RequiresSignIn>
</EsriMapsInfo>
</file>

<file path=customXml/item13.xml><?xml version="1.0" encoding="utf-8"?>
<EsriMapsInfo xmlns="ESRI.ArcGIS.Mapping.OfficeIntegration.PowerPointInfo">
  <Version>Version1</Version>
  <RequiresSignIn>False</RequiresSignIn>
</EsriMapsInfo>
</file>

<file path=customXml/item14.xml><?xml version="1.0" encoding="utf-8"?>
<EsriMapsInfo xmlns="ESRI.ArcGIS.Mapping.OfficeIntegration.PowerPointInfo">
  <Version>Version1</Version>
  <RequiresSignIn>False</RequiresSignIn>
</EsriMapsInfo>
</file>

<file path=customXml/item15.xml><?xml version="1.0" encoding="utf-8"?>
<EsriMapsInfo xmlns="ESRI.ArcGIS.Mapping.OfficeIntegration.PowerPointInfo">
  <Version>Version1</Version>
  <RequiresSignIn>False</RequiresSignIn>
</EsriMapsInfo>
</file>

<file path=customXml/item16.xml><?xml version="1.0" encoding="utf-8"?>
<ct:contentTypeSchema xmlns:ct="http://schemas.microsoft.com/office/2006/metadata/contentType" xmlns:ma="http://schemas.microsoft.com/office/2006/metadata/properties/metaAttributes" ct:_="" ma:_="" ma:contentTypeName="Document" ma:contentTypeID="0x01010017B0491C46AF8B4EAFADBEE5B727427B" ma:contentTypeVersion="18" ma:contentTypeDescription="Create a new document." ma:contentTypeScope="" ma:versionID="c5eae9d7c65d539262acc64584dd518b">
  <xsd:schema xmlns:xsd="http://www.w3.org/2001/XMLSchema" xmlns:xs="http://www.w3.org/2001/XMLSchema" xmlns:p="http://schemas.microsoft.com/office/2006/metadata/properties" xmlns:ns2="f4592595-b0b3-4fc1-86d8-be0799f2aedd" xmlns:ns3="a11b13f8-bd8c-4131-9137-dc6ef0813763" targetNamespace="http://schemas.microsoft.com/office/2006/metadata/properties" ma:root="true" ma:fieldsID="d68a012d1d766a6b79d1aa014bf7b61b" ns2:_="" ns3:_="">
    <xsd:import namespace="f4592595-b0b3-4fc1-86d8-be0799f2aedd"/>
    <xsd:import namespace="a11b13f8-bd8c-4131-9137-dc6ef081376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592595-b0b3-4fc1-86d8-be0799f2ae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373b550-10be-49fa-a249-6a5a55e59eb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1b13f8-bd8c-4131-9137-dc6ef081376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b49078e-a92e-4e15-b642-0ded7be99fdc}" ma:internalName="TaxCatchAll" ma:showField="CatchAllData" ma:web="a11b13f8-bd8c-4131-9137-dc6ef08137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7.xml><?xml version="1.0" encoding="utf-8"?>
<EsriMapsInfo xmlns="ESRI.ArcGIS.Mapping.OfficeIntegration.PowerPointInfo">
  <Version>Version1</Version>
  <RequiresSignIn>False</RequiresSignIn>
</EsriMapsInfo>
</file>

<file path=customXml/item18.xml><?xml version="1.0" encoding="utf-8"?>
<EsriMapsInfo xmlns="ESRI.ArcGIS.Mapping.OfficeIntegration.PowerPointInfo">
  <Version>Version1</Version>
  <RequiresSignIn>False</RequiresSignIn>
</EsriMapsInfo>
</file>

<file path=customXml/item19.xml><?xml version="1.0" encoding="utf-8"?>
<EsriMapsInfo xmlns="ESRI.ArcGIS.Mapping.OfficeIntegration.PowerPointInfo">
  <Version>Version1</Version>
  <RequiresSignIn>False</RequiresSignIn>
</EsriMapsInfo>
</file>

<file path=customXml/item20.xml><?xml version="1.0" encoding="utf-8"?>
<EsriMapsInfo xmlns="ESRI.ArcGIS.Mapping.OfficeIntegration.PowerPointInfo">
  <Version>Version1</Version>
  <RequiresSignIn>False</RequiresSignIn>
</EsriMapsInfo>
</file>

<file path=customXml/item21.xml><?xml version="1.0" encoding="utf-8"?>
<EsriMapsInfo xmlns="ESRI.ArcGIS.Mapping.OfficeIntegration.PowerPointInfo">
  <Version>Version1</Version>
  <RequiresSignIn>False</RequiresSignIn>
</EsriMapsInfo>
</file>

<file path=customXml/item22.xml><?xml version="1.0" encoding="utf-8"?>
<EsriMapsInfo xmlns="ESRI.ArcGIS.Mapping.OfficeIntegration.PowerPointInfo">
  <Version>Version1</Version>
  <RequiresSignIn>False</RequiresSignIn>
</EsriMapsInfo>
</file>

<file path=customXml/item23.xml><?xml version="1.0" encoding="utf-8"?>
<EsriMapsInfo xmlns="ESRI.ArcGIS.Mapping.OfficeIntegration.PowerPointInfo">
  <Version>Version1</Version>
  <RequiresSignIn>False</RequiresSignIn>
</EsriMapsInfo>
</file>

<file path=customXml/item24.xml><?xml version="1.0" encoding="utf-8"?>
<EsriMapsInfo xmlns="ESRI.ArcGIS.Mapping.OfficeIntegration.PowerPointInfo">
  <Version>Version1</Version>
  <RequiresSignIn>False</RequiresSignIn>
</EsriMapsInfo>
</file>

<file path=customXml/item25.xml><?xml version="1.0" encoding="utf-8"?>
<EsriMapsInfo xmlns="ESRI.ArcGIS.Mapping.OfficeIntegration.PowerPointInfo">
  <Version>Version1</Version>
  <RequiresSignIn>False</RequiresSignIn>
</EsriMapsInfo>
</file>

<file path=customXml/item26.xml><?xml version="1.0" encoding="utf-8"?>
<EsriMapsInfo xmlns="ESRI.ArcGIS.Mapping.OfficeIntegration.PowerPointInfo">
  <Version>Version1</Version>
  <RequiresSignIn>False</RequiresSignIn>
</EsriMapsInfo>
</file>

<file path=customXml/item27.xml><?xml version="1.0" encoding="utf-8"?>
<EsriMapsInfo xmlns="ESRI.ArcGIS.Mapping.OfficeIntegration.PowerPointInfo">
  <Version>Version1</Version>
  <RequiresSignIn>False</RequiresSignIn>
</EsriMapsInfo>
</file>

<file path=customXml/item28.xml><?xml version="1.0" encoding="utf-8"?>
<EsriMapsInfo xmlns="ESRI.ArcGIS.Mapping.OfficeIntegration.PowerPointInfo">
  <Version>Version1</Version>
  <RequiresSignIn>False</RequiresSignIn>
</EsriMapsInfo>
</file>

<file path=customXml/item29.xml><?xml version="1.0" encoding="utf-8"?>
<EsriMapsInfo xmlns="ESRI.ArcGIS.Mapping.OfficeIntegration.PowerPointInfo">
  <Version>Version1</Version>
  <RequiresSignIn>False</RequiresSignIn>
</EsriMapsInfo>
</file>

<file path=customXml/item30.xml><?xml version="1.0" encoding="utf-8"?>
<EsriMapsInfo xmlns="ESRI.ArcGIS.Mapping.OfficeIntegration.PowerPointInfo">
  <Version>Version1</Version>
  <RequiresSignIn>False</RequiresSignIn>
</EsriMapsInfo>
</file>

<file path=customXml/item31.xml><?xml version="1.0" encoding="utf-8"?>
<p:properties xmlns:p="http://schemas.microsoft.com/office/2006/metadata/properties" xmlns:xsi="http://www.w3.org/2001/XMLSchema-instance" xmlns:pc="http://schemas.microsoft.com/office/infopath/2007/PartnerControls">
  <documentManagement>
    <TaxCatchAll xmlns="a11b13f8-bd8c-4131-9137-dc6ef0813763" xsi:nil="true"/>
    <lcf76f155ced4ddcb4097134ff3c332f xmlns="f4592595-b0b3-4fc1-86d8-be0799f2aedd">
      <Terms xmlns="http://schemas.microsoft.com/office/infopath/2007/PartnerControls"/>
    </lcf76f155ced4ddcb4097134ff3c332f>
  </documentManagement>
</p:properties>
</file>

<file path=customXml/item32.xml><?xml version="1.0" encoding="utf-8"?>
<EsriMapsInfo xmlns="ESRI.ArcGIS.Mapping.OfficeIntegration.PowerPointInfo">
  <Version>Version1</Version>
  <RequiresSignIn>False</RequiresSignIn>
</EsriMapsInfo>
</file>

<file path=customXml/item33.xml><?xml version="1.0" encoding="utf-8"?>
<EsriMapsInfo xmlns="ESRI.ArcGIS.Mapping.OfficeIntegration.PowerPointInfo">
  <Version>Version1</Version>
  <RequiresSignIn>False</RequiresSignIn>
</EsriMapsInfo>
</file>

<file path=customXml/item34.xml><?xml version="1.0" encoding="utf-8"?>
<EsriMapsInfo xmlns="ESRI.ArcGIS.Mapping.OfficeIntegration.PowerPointInfo">
  <Version>Version1</Version>
  <RequiresSignIn>False</RequiresSignIn>
</EsriMapsInfo>
</file>

<file path=customXml/item35.xml><?xml version="1.0" encoding="utf-8"?>
<EsriMapsInfo xmlns="ESRI.ArcGIS.Mapping.OfficeIntegration.PowerPointInfo">
  <Version>Version1</Version>
  <RequiresSignIn>False</RequiresSignIn>
</EsriMapsInfo>
</file>

<file path=customXml/item36.xml><?xml version="1.0" encoding="utf-8"?>
<EsriMapsInfo xmlns="ESRI.ArcGIS.Mapping.OfficeIntegration.PowerPointInfo">
  <Version>Version1</Version>
  <RequiresSignIn>False</RequiresSignIn>
</EsriMapsInfo>
</file>

<file path=customXml/item37.xml><?xml version="1.0" encoding="utf-8"?>
<EsriMapsInfo xmlns="ESRI.ArcGIS.Mapping.OfficeIntegration.PowerPointInfo">
  <Version>Version1</Version>
  <RequiresSignIn>False</RequiresSignIn>
</EsriMapsInfo>
</file>

<file path=customXml/item38.xml><?xml version="1.0" encoding="utf-8"?>
<EsriMapsInfo xmlns="ESRI.ArcGIS.Mapping.OfficeIntegration.PowerPointInfo">
  <Version>Version1</Version>
  <RequiresSignIn>False</RequiresSignIn>
</EsriMapsInfo>
</file>

<file path=customXml/item39.xml><?xml version="1.0" encoding="utf-8"?>
<EsriMapsInfo xmlns="ESRI.ArcGIS.Mapping.OfficeIntegration.PowerPointInfo">
  <Version>Version1</Version>
  <RequiresSignIn>False</RequiresSignIn>
</EsriMapsInfo>
</file>

<file path=customXml/item40.xml><?xml version="1.0" encoding="utf-8"?>
<EsriMapsInfo xmlns="ESRI.ArcGIS.Mapping.OfficeIntegration.PowerPointInfo">
  <Version>Version1</Version>
  <RequiresSignIn>False</RequiresSignIn>
</EsriMapsInfo>
</file>

<file path=customXml/item41.xml><?xml version="1.0" encoding="utf-8"?>
<EsriMapsInfo xmlns="ESRI.ArcGIS.Mapping.OfficeIntegration.PowerPointInfo">
  <Version>Version1</Version>
  <RequiresSignIn>False</RequiresSignIn>
</EsriMapsInfo>
</file>

<file path=customXml/item42.xml><?xml version="1.0" encoding="utf-8"?>
<EsriMapsInfo xmlns="ESRI.ArcGIS.Mapping.OfficeIntegration.PowerPointInfo">
  <Version>Version1</Version>
  <RequiresSignIn>False</RequiresSignIn>
</EsriMapsInfo>
</file>

<file path=customXml/item43.xml><?xml version="1.0" encoding="utf-8"?>
<EsriMapsInfo xmlns="ESRI.ArcGIS.Mapping.OfficeIntegration.PowerPointInfo">
  <Version>Version1</Version>
  <RequiresSignIn>False</RequiresSignIn>
</EsriMapsInfo>
</file>

<file path=customXml/item44.xml><?xml version="1.0" encoding="utf-8"?>
<?mso-contentType ?>
<FormTemplates xmlns="http://schemas.microsoft.com/sharepoint/v3/contenttype/forms">
  <Display>DocumentLibraryForm</Display>
  <Edit>DocumentLibraryForm</Edit>
  <New>DocumentLibraryForm</New>
</FormTemplates>
</file>

<file path=customXml/item45.xml><?xml version="1.0" encoding="utf-8"?>
<EsriMapsInfo xmlns="ESRI.ArcGIS.Mapping.OfficeIntegration.PowerPointInfo">
  <Version>Version1</Version>
  <RequiresSignIn>False</RequiresSignIn>
</EsriMapsInfo>
</file>

<file path=customXml/item46.xml><?xml version="1.0" encoding="utf-8"?>
<EsriMapsInfo xmlns="ESRI.ArcGIS.Mapping.OfficeIntegration.PowerPointInfo">
  <Version>Version1</Version>
  <RequiresSignIn>False</RequiresSignIn>
</EsriMapsInfo>
</file>

<file path=customXml/item47.xml><?xml version="1.0" encoding="utf-8"?>
<EsriMapsInfo xmlns="ESRI.ArcGIS.Mapping.OfficeIntegration.PowerPointInfo">
  <Version>Version1</Version>
  <RequiresSignIn>False</RequiresSignIn>
</EsriMapsInfo>
</file>

<file path=customXml/item48.xml><?xml version="1.0" encoding="utf-8"?>
<EsriMapsInfo xmlns="ESRI.ArcGIS.Mapping.OfficeIntegration.PowerPointInfo">
  <Version>Version1</Version>
  <RequiresSignIn>False</RequiresSignIn>
</EsriMapsInfo>
</file>

<file path=customXml/item49.xml><?xml version="1.0" encoding="utf-8"?>
<EsriMapsInfo xmlns="ESRI.ArcGIS.Mapping.OfficeIntegration.PowerPointInfo">
  <Version>Version1</Version>
  <RequiresSignIn>False</RequiresSignIn>
</EsriMapsInfo>
</file>

<file path=customXml/item50.xml><?xml version="1.0" encoding="utf-8"?>
<EsriMapsInfo xmlns="ESRI.ArcGIS.Mapping.OfficeIntegration.PowerPointInfo">
  <Version>Version1</Version>
  <RequiresSignIn>False</RequiresSignIn>
</EsriMapsInfo>
</file>

<file path=customXml/item51.xml><?xml version="1.0" encoding="utf-8"?>
<EsriMapsInfo xmlns="ESRI.ArcGIS.Mapping.OfficeIntegration.PowerPointInfo">
  <Version>Version1</Version>
  <RequiresSignIn>False</RequiresSignIn>
</EsriMapsInfo>
</file>

<file path=customXml/item52.xml><?xml version="1.0" encoding="utf-8"?>
<EsriMapsInfo xmlns="ESRI.ArcGIS.Mapping.OfficeIntegration.PowerPointInfo">
  <Version>Version1</Version>
  <RequiresSignIn>False</RequiresSignIn>
</EsriMapsInfo>
</file>

<file path=customXml/item53.xml><?xml version="1.0" encoding="utf-8"?>
<EsriMapsInfo xmlns="ESRI.ArcGIS.Mapping.OfficeIntegration.PowerPointInfo">
  <Version>Version1</Version>
  <RequiresSignIn>False</RequiresSignIn>
</EsriMapsInfo>
</file>

<file path=customXml/item54.xml><?xml version="1.0" encoding="utf-8"?>
<EsriMapsInfo xmlns="ESRI.ArcGIS.Mapping.OfficeIntegration.PowerPointInfo">
  <Version>Version1</Version>
  <RequiresSignIn>False</RequiresSignIn>
</EsriMapsInfo>
</file>

<file path=customXml/item55.xml><?xml version="1.0" encoding="utf-8"?>
<EsriMapsInfo xmlns="ESRI.ArcGIS.Mapping.OfficeIntegration.PowerPointInfo">
  <Version>Version1</Version>
  <RequiresSignIn>False</RequiresSignIn>
</EsriMapsInfo>
</file>

<file path=customXml/item56.xml><?xml version="1.0" encoding="utf-8"?>
<EsriMapsInfo xmlns="ESRI.ArcGIS.Mapping.OfficeIntegration.PowerPointInfo">
  <Version>Version1</Version>
  <RequiresSignIn>False</RequiresSignIn>
</EsriMapsInfo>
</file>

<file path=customXml/item57.xml><?xml version="1.0" encoding="utf-8"?>
<EsriMapsInfo xmlns="ESRI.ArcGIS.Mapping.OfficeIntegration.PowerPointInfo">
  <Version>Version1</Version>
  <RequiresSignIn>False</RequiresSignIn>
</EsriMapsInfo>
</file>

<file path=customXml/item58.xml><?xml version="1.0" encoding="utf-8"?>
<EsriMapsInfo xmlns="ESRI.ArcGIS.Mapping.OfficeIntegration.PowerPointInfo">
  <Version>Version1</Version>
  <RequiresSignIn>False</RequiresSignIn>
</EsriMapsInfo>
</file>

<file path=customXml/item59.xml><?xml version="1.0" encoding="utf-8"?>
<EsriMapsInfo xmlns="ESRI.ArcGIS.Mapping.OfficeIntegration.PowerPointInfo">
  <Version>Version1</Version>
  <RequiresSignIn>False</RequiresSignIn>
</EsriMapsInfo>
</file>

<file path=customXml/item60.xml><?xml version="1.0" encoding="utf-8"?>
<EsriMapsInfo xmlns="ESRI.ArcGIS.Mapping.OfficeIntegration.PowerPointInfo">
  <Version>Version1</Version>
  <RequiresSignIn>False</RequiresSignIn>
</EsriMapsInfo>
</file>

<file path=customXml/item61.xml><?xml version="1.0" encoding="utf-8"?>
<EsriMapsInfo xmlns="ESRI.ArcGIS.Mapping.OfficeIntegration.PowerPointInfo">
  <Version>Version1</Version>
  <RequiresSignIn>False</RequiresSignIn>
</EsriMapsInfo>
</file>

<file path=customXml/item62.xml><?xml version="1.0" encoding="utf-8"?>
<EsriMapsInfo xmlns="ESRI.ArcGIS.Mapping.OfficeIntegration.PowerPointInfo">
  <Version>Version1</Version>
  <RequiresSignIn>False</RequiresSignIn>
</EsriMapsInfo>
</file>

<file path=customXml/item63.xml><?xml version="1.0" encoding="utf-8"?>
<EsriMapsInfo xmlns="ESRI.ArcGIS.Mapping.OfficeIntegration.PowerPointInfo">
  <Version>Version1</Version>
  <RequiresSignIn>False</RequiresSignIn>
</EsriMapsInfo>
</file>

<file path=customXml/item64.xml><?xml version="1.0" encoding="utf-8"?>
<EsriMapsInfo xmlns="ESRI.ArcGIS.Mapping.OfficeIntegration.PowerPointInfo">
  <Version>Version1</Version>
  <RequiresSignIn>False</RequiresSignIn>
</EsriMapsInfo>
</file>

<file path=customXml/item65.xml><?xml version="1.0" encoding="utf-8"?>
<EsriMapsInfo xmlns="ESRI.ArcGIS.Mapping.OfficeIntegration.PowerPointInfo">
  <Version>Version1</Version>
  <RequiresSignIn>False</RequiresSignIn>
</EsriMapsInfo>
</file>

<file path=customXml/item66.xml><?xml version="1.0" encoding="utf-8"?>
<EsriMapsInfo xmlns="ESRI.ArcGIS.Mapping.OfficeIntegration.PowerPointInfo">
  <Version>Version1</Version>
  <RequiresSignIn>False</RequiresSignIn>
</EsriMapsInfo>
</file>

<file path=customXml/item67.xml><?xml version="1.0" encoding="utf-8"?>
<EsriMapsInfo xmlns="ESRI.ArcGIS.Mapping.OfficeIntegration.PowerPointInfo">
  <Version>Version1</Version>
  <RequiresSignIn>False</RequiresSignIn>
</EsriMapsInfo>
</file>

<file path=customXml/item68.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9E56F111-9E55-4604-91C2-8352AE933430}">
  <ds:schemaRefs>
    <ds:schemaRef ds:uri="ESRI.ArcGIS.Mapping.OfficeIntegration.PowerPointInfo"/>
  </ds:schemaRefs>
</ds:datastoreItem>
</file>

<file path=customXml/itemProps2.xml><?xml version="1.0" encoding="utf-8"?>
<ds:datastoreItem xmlns:ds="http://schemas.openxmlformats.org/officeDocument/2006/customXml" ds:itemID="{9DC677B7-6D9E-42B7-AD1F-75D1804EAF7D}">
  <ds:schemaRefs>
    <ds:schemaRef ds:uri="ESRI.ArcGIS.Mapping.OfficeIntegration.PowerPointInfo"/>
  </ds:schemaRefs>
</ds:datastoreItem>
</file>

<file path=customXml/itemProps3.xml><?xml version="1.0" encoding="utf-8"?>
<ds:datastoreItem xmlns:ds="http://schemas.openxmlformats.org/officeDocument/2006/customXml" ds:itemID="{F29452FE-972E-43F8-B54C-969F4C69C00B}">
  <ds:schemaRefs>
    <ds:schemaRef ds:uri="ESRI.ArcGIS.Mapping.OfficeIntegration.PowerPointInfo"/>
  </ds:schemaRefs>
</ds:datastoreItem>
</file>

<file path=customXml/itemProps4.xml><?xml version="1.0" encoding="utf-8"?>
<ds:datastoreItem xmlns:ds="http://schemas.openxmlformats.org/officeDocument/2006/customXml" ds:itemID="{A2D97EB6-C9B5-45C6-85A6-D4FE6E1D9856}">
  <ds:schemaRefs>
    <ds:schemaRef ds:uri="ESRI.ArcGIS.Mapping.OfficeIntegration.PowerPointInfo"/>
  </ds:schemaRefs>
</ds:datastoreItem>
</file>

<file path=customXml/itemProps5.xml><?xml version="1.0" encoding="utf-8"?>
<ds:datastoreItem xmlns:ds="http://schemas.openxmlformats.org/officeDocument/2006/customXml" ds:itemID="{22A42D4B-0AAE-44C9-A2EF-48BDE1C5260A}">
  <ds:schemaRefs>
    <ds:schemaRef ds:uri="ESRI.ArcGIS.Mapping.OfficeIntegration.PowerPointInfo"/>
  </ds:schemaRefs>
</ds:datastoreItem>
</file>

<file path=customXml/itemProps6.xml><?xml version="1.0" encoding="utf-8"?>
<ds:datastoreItem xmlns:ds="http://schemas.openxmlformats.org/officeDocument/2006/customXml" ds:itemID="{D32008F3-64AC-45EB-A05B-F6120AE62290}">
  <ds:schemaRefs>
    <ds:schemaRef ds:uri="ESRI.ArcGIS.Mapping.OfficeIntegration.PowerPointInfo"/>
  </ds:schemaRefs>
</ds:datastoreItem>
</file>

<file path=customXml/itemProps7.xml><?xml version="1.0" encoding="utf-8"?>
<ds:datastoreItem xmlns:ds="http://schemas.openxmlformats.org/officeDocument/2006/customXml" ds:itemID="{18DF8D07-6137-4D85-8010-4650942E033A}">
  <ds:schemaRefs>
    <ds:schemaRef ds:uri="ESRI.ArcGIS.Mapping.OfficeIntegration.PowerPointInfo"/>
  </ds:schemaRefs>
</ds:datastoreItem>
</file>

<file path=customXml/itemProps8.xml><?xml version="1.0" encoding="utf-8"?>
<ds:datastoreItem xmlns:ds="http://schemas.openxmlformats.org/officeDocument/2006/customXml" ds:itemID="{4ADFB73A-380D-41FC-8C37-7155886326FA}">
  <ds:schemaRefs>
    <ds:schemaRef ds:uri="ESRI.ArcGIS.Mapping.OfficeIntegration.PowerPointInfo"/>
  </ds:schemaRefs>
</ds:datastoreItem>
</file>

<file path=customXml/itemProps9.xml><?xml version="1.0" encoding="utf-8"?>
<ds:datastoreItem xmlns:ds="http://schemas.openxmlformats.org/officeDocument/2006/customXml" ds:itemID="{D4E2A01F-BEC1-4558-9AD1-A87ED70D910B}">
  <ds:schemaRefs>
    <ds:schemaRef ds:uri="ESRI.ArcGIS.Mapping.OfficeIntegration.PowerPointInfo"/>
  </ds:schemaRefs>
</ds:datastoreItem>
</file>

<file path=customXml/itemProps10.xml><?xml version="1.0" encoding="utf-8"?>
<ds:datastoreItem xmlns:ds="http://schemas.openxmlformats.org/officeDocument/2006/customXml" ds:itemID="{DB399249-DB96-4601-9BA5-97791613CF3A}">
  <ds:schemaRefs>
    <ds:schemaRef ds:uri="ESRI.ArcGIS.Mapping.OfficeIntegration.PowerPointInfo"/>
  </ds:schemaRefs>
</ds:datastoreItem>
</file>

<file path=customXml/itemProps11.xml><?xml version="1.0" encoding="utf-8"?>
<ds:datastoreItem xmlns:ds="http://schemas.openxmlformats.org/officeDocument/2006/customXml" ds:itemID="{EB8D7141-3508-4B4E-8051-37E3E4C09D17}">
  <ds:schemaRefs>
    <ds:schemaRef ds:uri="ESRI.ArcGIS.Mapping.OfficeIntegration.PowerPointInfo"/>
  </ds:schemaRefs>
</ds:datastoreItem>
</file>

<file path=customXml/itemProps12.xml><?xml version="1.0" encoding="utf-8"?>
<ds:datastoreItem xmlns:ds="http://schemas.openxmlformats.org/officeDocument/2006/customXml" ds:itemID="{096117C4-1661-4D3B-B9F6-BC19E0F3E90B}">
  <ds:schemaRefs>
    <ds:schemaRef ds:uri="ESRI.ArcGIS.Mapping.OfficeIntegration.PowerPointInfo"/>
  </ds:schemaRefs>
</ds:datastoreItem>
</file>

<file path=customXml/itemProps13.xml><?xml version="1.0" encoding="utf-8"?>
<ds:datastoreItem xmlns:ds="http://schemas.openxmlformats.org/officeDocument/2006/customXml" ds:itemID="{4ADFB689-BC87-4869-ADD0-8C3555150450}">
  <ds:schemaRefs>
    <ds:schemaRef ds:uri="ESRI.ArcGIS.Mapping.OfficeIntegration.PowerPointInfo"/>
  </ds:schemaRefs>
</ds:datastoreItem>
</file>

<file path=customXml/itemProps14.xml><?xml version="1.0" encoding="utf-8"?>
<ds:datastoreItem xmlns:ds="http://schemas.openxmlformats.org/officeDocument/2006/customXml" ds:itemID="{EF0D8C03-B10D-4D20-AC38-CA6799A7A314}">
  <ds:schemaRefs>
    <ds:schemaRef ds:uri="ESRI.ArcGIS.Mapping.OfficeIntegration.PowerPointInfo"/>
  </ds:schemaRefs>
</ds:datastoreItem>
</file>

<file path=customXml/itemProps15.xml><?xml version="1.0" encoding="utf-8"?>
<ds:datastoreItem xmlns:ds="http://schemas.openxmlformats.org/officeDocument/2006/customXml" ds:itemID="{6D2D132B-596B-4D69-A43B-566EB6C10C03}">
  <ds:schemaRefs>
    <ds:schemaRef ds:uri="ESRI.ArcGIS.Mapping.OfficeIntegration.PowerPointInfo"/>
  </ds:schemaRefs>
</ds:datastoreItem>
</file>

<file path=customXml/itemProps16.xml><?xml version="1.0" encoding="utf-8"?>
<ds:datastoreItem xmlns:ds="http://schemas.openxmlformats.org/officeDocument/2006/customXml" ds:itemID="{C4BAD256-4C43-415F-A34C-CD583624D9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592595-b0b3-4fc1-86d8-be0799f2aedd"/>
    <ds:schemaRef ds:uri="a11b13f8-bd8c-4131-9137-dc6ef08137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7.xml><?xml version="1.0" encoding="utf-8"?>
<ds:datastoreItem xmlns:ds="http://schemas.openxmlformats.org/officeDocument/2006/customXml" ds:itemID="{C9037CA3-5499-457D-8238-F29CBEBDF143}">
  <ds:schemaRefs>
    <ds:schemaRef ds:uri="ESRI.ArcGIS.Mapping.OfficeIntegration.PowerPointInfo"/>
  </ds:schemaRefs>
</ds:datastoreItem>
</file>

<file path=customXml/itemProps18.xml><?xml version="1.0" encoding="utf-8"?>
<ds:datastoreItem xmlns:ds="http://schemas.openxmlformats.org/officeDocument/2006/customXml" ds:itemID="{998905D7-FE59-48DE-A74A-5B0009B7827F}">
  <ds:schemaRefs>
    <ds:schemaRef ds:uri="ESRI.ArcGIS.Mapping.OfficeIntegration.PowerPointInfo"/>
  </ds:schemaRefs>
</ds:datastoreItem>
</file>

<file path=customXml/itemProps19.xml><?xml version="1.0" encoding="utf-8"?>
<ds:datastoreItem xmlns:ds="http://schemas.openxmlformats.org/officeDocument/2006/customXml" ds:itemID="{F6EFD530-1E3E-47B8-A55C-19EC63E3C655}">
  <ds:schemaRefs>
    <ds:schemaRef ds:uri="ESRI.ArcGIS.Mapping.OfficeIntegration.PowerPointInfo"/>
  </ds:schemaRefs>
</ds:datastoreItem>
</file>

<file path=customXml/itemProps20.xml><?xml version="1.0" encoding="utf-8"?>
<ds:datastoreItem xmlns:ds="http://schemas.openxmlformats.org/officeDocument/2006/customXml" ds:itemID="{9E8787D6-C7B8-48EC-8C13-4069AE6320BD}">
  <ds:schemaRefs>
    <ds:schemaRef ds:uri="ESRI.ArcGIS.Mapping.OfficeIntegration.PowerPointInfo"/>
  </ds:schemaRefs>
</ds:datastoreItem>
</file>

<file path=customXml/itemProps21.xml><?xml version="1.0" encoding="utf-8"?>
<ds:datastoreItem xmlns:ds="http://schemas.openxmlformats.org/officeDocument/2006/customXml" ds:itemID="{FB58F897-2A4D-4309-8E20-83FD28E6FE27}">
  <ds:schemaRefs>
    <ds:schemaRef ds:uri="ESRI.ArcGIS.Mapping.OfficeIntegration.PowerPointInfo"/>
  </ds:schemaRefs>
</ds:datastoreItem>
</file>

<file path=customXml/itemProps22.xml><?xml version="1.0" encoding="utf-8"?>
<ds:datastoreItem xmlns:ds="http://schemas.openxmlformats.org/officeDocument/2006/customXml" ds:itemID="{B0302D17-5923-4CC0-9EB4-0E57930F5A8E}">
  <ds:schemaRefs>
    <ds:schemaRef ds:uri="ESRI.ArcGIS.Mapping.OfficeIntegration.PowerPointInfo"/>
  </ds:schemaRefs>
</ds:datastoreItem>
</file>

<file path=customXml/itemProps23.xml><?xml version="1.0" encoding="utf-8"?>
<ds:datastoreItem xmlns:ds="http://schemas.openxmlformats.org/officeDocument/2006/customXml" ds:itemID="{4617AF64-94DB-48BB-8BE2-3BCF6B12593F}">
  <ds:schemaRefs>
    <ds:schemaRef ds:uri="ESRI.ArcGIS.Mapping.OfficeIntegration.PowerPointInfo"/>
  </ds:schemaRefs>
</ds:datastoreItem>
</file>

<file path=customXml/itemProps24.xml><?xml version="1.0" encoding="utf-8"?>
<ds:datastoreItem xmlns:ds="http://schemas.openxmlformats.org/officeDocument/2006/customXml" ds:itemID="{7684026F-E81F-4167-824A-3AA1BAEAE133}">
  <ds:schemaRefs>
    <ds:schemaRef ds:uri="ESRI.ArcGIS.Mapping.OfficeIntegration.PowerPointInfo"/>
  </ds:schemaRefs>
</ds:datastoreItem>
</file>

<file path=customXml/itemProps25.xml><?xml version="1.0" encoding="utf-8"?>
<ds:datastoreItem xmlns:ds="http://schemas.openxmlformats.org/officeDocument/2006/customXml" ds:itemID="{2672FF5B-1ADC-45B0-9698-61421F5761E7}">
  <ds:schemaRefs>
    <ds:schemaRef ds:uri="ESRI.ArcGIS.Mapping.OfficeIntegration.PowerPointInfo"/>
  </ds:schemaRefs>
</ds:datastoreItem>
</file>

<file path=customXml/itemProps26.xml><?xml version="1.0" encoding="utf-8"?>
<ds:datastoreItem xmlns:ds="http://schemas.openxmlformats.org/officeDocument/2006/customXml" ds:itemID="{653D88A7-0F5E-41C5-A5C5-47DF37C594C5}">
  <ds:schemaRefs>
    <ds:schemaRef ds:uri="ESRI.ArcGIS.Mapping.OfficeIntegration.PowerPointInfo"/>
  </ds:schemaRefs>
</ds:datastoreItem>
</file>

<file path=customXml/itemProps27.xml><?xml version="1.0" encoding="utf-8"?>
<ds:datastoreItem xmlns:ds="http://schemas.openxmlformats.org/officeDocument/2006/customXml" ds:itemID="{33F5FE6F-FF86-471A-919E-6C74E3669390}">
  <ds:schemaRefs>
    <ds:schemaRef ds:uri="ESRI.ArcGIS.Mapping.OfficeIntegration.PowerPointInfo"/>
  </ds:schemaRefs>
</ds:datastoreItem>
</file>

<file path=customXml/itemProps28.xml><?xml version="1.0" encoding="utf-8"?>
<ds:datastoreItem xmlns:ds="http://schemas.openxmlformats.org/officeDocument/2006/customXml" ds:itemID="{AB25B40B-929A-4CD0-B9AB-7142442027B6}">
  <ds:schemaRefs>
    <ds:schemaRef ds:uri="ESRI.ArcGIS.Mapping.OfficeIntegration.PowerPointInfo"/>
  </ds:schemaRefs>
</ds:datastoreItem>
</file>

<file path=customXml/itemProps29.xml><?xml version="1.0" encoding="utf-8"?>
<ds:datastoreItem xmlns:ds="http://schemas.openxmlformats.org/officeDocument/2006/customXml" ds:itemID="{86B5FFB5-BF2F-45EA-BC75-C41726A8F251}">
  <ds:schemaRefs>
    <ds:schemaRef ds:uri="ESRI.ArcGIS.Mapping.OfficeIntegration.PowerPointInfo"/>
  </ds:schemaRefs>
</ds:datastoreItem>
</file>

<file path=customXml/itemProps30.xml><?xml version="1.0" encoding="utf-8"?>
<ds:datastoreItem xmlns:ds="http://schemas.openxmlformats.org/officeDocument/2006/customXml" ds:itemID="{FDE85643-3216-4103-A1BD-63F5E1D42D73}">
  <ds:schemaRefs>
    <ds:schemaRef ds:uri="ESRI.ArcGIS.Mapping.OfficeIntegration.PowerPointInfo"/>
  </ds:schemaRefs>
</ds:datastoreItem>
</file>

<file path=customXml/itemProps31.xml><?xml version="1.0" encoding="utf-8"?>
<ds:datastoreItem xmlns:ds="http://schemas.openxmlformats.org/officeDocument/2006/customXml" ds:itemID="{81E133DB-697E-4C10-B192-8899027B1EC6}">
  <ds:schemaRefs>
    <ds:schemaRef ds:uri="http://purl.org/dc/terms/"/>
    <ds:schemaRef ds:uri="http://schemas.microsoft.com/office/2006/documentManagement/types"/>
    <ds:schemaRef ds:uri="http://schemas.openxmlformats.org/package/2006/metadata/core-properties"/>
    <ds:schemaRef ds:uri="http://purl.org/dc/elements/1.1/"/>
    <ds:schemaRef ds:uri="a11b13f8-bd8c-4131-9137-dc6ef0813763"/>
    <ds:schemaRef ds:uri="http://purl.org/dc/dcmitype/"/>
    <ds:schemaRef ds:uri="http://schemas.microsoft.com/office/2006/metadata/properties"/>
    <ds:schemaRef ds:uri="http://schemas.microsoft.com/office/infopath/2007/PartnerControls"/>
    <ds:schemaRef ds:uri="f4592595-b0b3-4fc1-86d8-be0799f2aedd"/>
    <ds:schemaRef ds:uri="http://www.w3.org/XML/1998/namespace"/>
  </ds:schemaRefs>
</ds:datastoreItem>
</file>

<file path=customXml/itemProps32.xml><?xml version="1.0" encoding="utf-8"?>
<ds:datastoreItem xmlns:ds="http://schemas.openxmlformats.org/officeDocument/2006/customXml" ds:itemID="{C4AF463C-FA8B-436D-9853-3318650FDAB8}">
  <ds:schemaRefs>
    <ds:schemaRef ds:uri="ESRI.ArcGIS.Mapping.OfficeIntegration.PowerPointInfo"/>
  </ds:schemaRefs>
</ds:datastoreItem>
</file>

<file path=customXml/itemProps33.xml><?xml version="1.0" encoding="utf-8"?>
<ds:datastoreItem xmlns:ds="http://schemas.openxmlformats.org/officeDocument/2006/customXml" ds:itemID="{352E5095-9B98-4AF0-9861-BDC020ABBCFC}">
  <ds:schemaRefs>
    <ds:schemaRef ds:uri="ESRI.ArcGIS.Mapping.OfficeIntegration.PowerPointInfo"/>
  </ds:schemaRefs>
</ds:datastoreItem>
</file>

<file path=customXml/itemProps34.xml><?xml version="1.0" encoding="utf-8"?>
<ds:datastoreItem xmlns:ds="http://schemas.openxmlformats.org/officeDocument/2006/customXml" ds:itemID="{B7E6AAC2-10E8-4F0C-BCC5-34BD332F8972}">
  <ds:schemaRefs>
    <ds:schemaRef ds:uri="ESRI.ArcGIS.Mapping.OfficeIntegration.PowerPointInfo"/>
  </ds:schemaRefs>
</ds:datastoreItem>
</file>

<file path=customXml/itemProps35.xml><?xml version="1.0" encoding="utf-8"?>
<ds:datastoreItem xmlns:ds="http://schemas.openxmlformats.org/officeDocument/2006/customXml" ds:itemID="{8EED6C1C-A455-42E4-8CBE-649F5A755068}">
  <ds:schemaRefs>
    <ds:schemaRef ds:uri="ESRI.ArcGIS.Mapping.OfficeIntegration.PowerPointInfo"/>
  </ds:schemaRefs>
</ds:datastoreItem>
</file>

<file path=customXml/itemProps36.xml><?xml version="1.0" encoding="utf-8"?>
<ds:datastoreItem xmlns:ds="http://schemas.openxmlformats.org/officeDocument/2006/customXml" ds:itemID="{AE5A340C-916E-449C-AA30-CD41B151A0D4}">
  <ds:schemaRefs>
    <ds:schemaRef ds:uri="ESRI.ArcGIS.Mapping.OfficeIntegration.PowerPointInfo"/>
  </ds:schemaRefs>
</ds:datastoreItem>
</file>

<file path=customXml/itemProps37.xml><?xml version="1.0" encoding="utf-8"?>
<ds:datastoreItem xmlns:ds="http://schemas.openxmlformats.org/officeDocument/2006/customXml" ds:itemID="{328DCA66-548E-4424-83E1-09FFD45EE4B0}">
  <ds:schemaRefs>
    <ds:schemaRef ds:uri="ESRI.ArcGIS.Mapping.OfficeIntegration.PowerPointInfo"/>
  </ds:schemaRefs>
</ds:datastoreItem>
</file>

<file path=customXml/itemProps38.xml><?xml version="1.0" encoding="utf-8"?>
<ds:datastoreItem xmlns:ds="http://schemas.openxmlformats.org/officeDocument/2006/customXml" ds:itemID="{16EF6D11-DC4F-410C-A4BF-DF081B432591}">
  <ds:schemaRefs>
    <ds:schemaRef ds:uri="ESRI.ArcGIS.Mapping.OfficeIntegration.PowerPointInfo"/>
  </ds:schemaRefs>
</ds:datastoreItem>
</file>

<file path=customXml/itemProps39.xml><?xml version="1.0" encoding="utf-8"?>
<ds:datastoreItem xmlns:ds="http://schemas.openxmlformats.org/officeDocument/2006/customXml" ds:itemID="{039A5E78-EC42-40DE-A05E-1C7FCA140310}">
  <ds:schemaRefs>
    <ds:schemaRef ds:uri="ESRI.ArcGIS.Mapping.OfficeIntegration.PowerPointInfo"/>
  </ds:schemaRefs>
</ds:datastoreItem>
</file>

<file path=customXml/itemProps40.xml><?xml version="1.0" encoding="utf-8"?>
<ds:datastoreItem xmlns:ds="http://schemas.openxmlformats.org/officeDocument/2006/customXml" ds:itemID="{DE4ACD9E-0233-451D-890D-5732E05DB574}">
  <ds:schemaRefs>
    <ds:schemaRef ds:uri="ESRI.ArcGIS.Mapping.OfficeIntegration.PowerPointInfo"/>
  </ds:schemaRefs>
</ds:datastoreItem>
</file>

<file path=customXml/itemProps41.xml><?xml version="1.0" encoding="utf-8"?>
<ds:datastoreItem xmlns:ds="http://schemas.openxmlformats.org/officeDocument/2006/customXml" ds:itemID="{10846DB9-88C0-41D7-ACE4-BEC3A7488A03}">
  <ds:schemaRefs>
    <ds:schemaRef ds:uri="ESRI.ArcGIS.Mapping.OfficeIntegration.PowerPointInfo"/>
  </ds:schemaRefs>
</ds:datastoreItem>
</file>

<file path=customXml/itemProps42.xml><?xml version="1.0" encoding="utf-8"?>
<ds:datastoreItem xmlns:ds="http://schemas.openxmlformats.org/officeDocument/2006/customXml" ds:itemID="{E940B40D-12DB-4BFA-BBB6-2269FD71FF92}">
  <ds:schemaRefs>
    <ds:schemaRef ds:uri="ESRI.ArcGIS.Mapping.OfficeIntegration.PowerPointInfo"/>
  </ds:schemaRefs>
</ds:datastoreItem>
</file>

<file path=customXml/itemProps43.xml><?xml version="1.0" encoding="utf-8"?>
<ds:datastoreItem xmlns:ds="http://schemas.openxmlformats.org/officeDocument/2006/customXml" ds:itemID="{2FE51124-E413-4DA5-9E06-A6EB32D0C127}">
  <ds:schemaRefs>
    <ds:schemaRef ds:uri="ESRI.ArcGIS.Mapping.OfficeIntegration.PowerPointInfo"/>
  </ds:schemaRefs>
</ds:datastoreItem>
</file>

<file path=customXml/itemProps44.xml><?xml version="1.0" encoding="utf-8"?>
<ds:datastoreItem xmlns:ds="http://schemas.openxmlformats.org/officeDocument/2006/customXml" ds:itemID="{E1A338E5-2E37-4973-87E6-4C02B0B7F460}">
  <ds:schemaRefs>
    <ds:schemaRef ds:uri="http://schemas.microsoft.com/sharepoint/v3/contenttype/forms"/>
  </ds:schemaRefs>
</ds:datastoreItem>
</file>

<file path=customXml/itemProps45.xml><?xml version="1.0" encoding="utf-8"?>
<ds:datastoreItem xmlns:ds="http://schemas.openxmlformats.org/officeDocument/2006/customXml" ds:itemID="{905F88FE-324F-4FBE-89BB-9CEE04D6CACF}">
  <ds:schemaRefs>
    <ds:schemaRef ds:uri="ESRI.ArcGIS.Mapping.OfficeIntegration.PowerPointInfo"/>
  </ds:schemaRefs>
</ds:datastoreItem>
</file>

<file path=customXml/itemProps46.xml><?xml version="1.0" encoding="utf-8"?>
<ds:datastoreItem xmlns:ds="http://schemas.openxmlformats.org/officeDocument/2006/customXml" ds:itemID="{71658D62-F010-45F1-9326-EDC465FED48E}">
  <ds:schemaRefs>
    <ds:schemaRef ds:uri="ESRI.ArcGIS.Mapping.OfficeIntegration.PowerPointInfo"/>
  </ds:schemaRefs>
</ds:datastoreItem>
</file>

<file path=customXml/itemProps47.xml><?xml version="1.0" encoding="utf-8"?>
<ds:datastoreItem xmlns:ds="http://schemas.openxmlformats.org/officeDocument/2006/customXml" ds:itemID="{76859AF2-E75C-459B-8657-EEEA80BC8153}">
  <ds:schemaRefs>
    <ds:schemaRef ds:uri="ESRI.ArcGIS.Mapping.OfficeIntegration.PowerPointInfo"/>
  </ds:schemaRefs>
</ds:datastoreItem>
</file>

<file path=customXml/itemProps48.xml><?xml version="1.0" encoding="utf-8"?>
<ds:datastoreItem xmlns:ds="http://schemas.openxmlformats.org/officeDocument/2006/customXml" ds:itemID="{55235559-86B9-428B-8DAF-8EE6262226D5}">
  <ds:schemaRefs>
    <ds:schemaRef ds:uri="ESRI.ArcGIS.Mapping.OfficeIntegration.PowerPointInfo"/>
  </ds:schemaRefs>
</ds:datastoreItem>
</file>

<file path=customXml/itemProps49.xml><?xml version="1.0" encoding="utf-8"?>
<ds:datastoreItem xmlns:ds="http://schemas.openxmlformats.org/officeDocument/2006/customXml" ds:itemID="{5A1E471A-DB16-4174-9D85-6F159A344CDB}">
  <ds:schemaRefs>
    <ds:schemaRef ds:uri="ESRI.ArcGIS.Mapping.OfficeIntegration.PowerPointInfo"/>
  </ds:schemaRefs>
</ds:datastoreItem>
</file>

<file path=customXml/itemProps50.xml><?xml version="1.0" encoding="utf-8"?>
<ds:datastoreItem xmlns:ds="http://schemas.openxmlformats.org/officeDocument/2006/customXml" ds:itemID="{C3102E66-5C5A-4AAF-9C94-24819091B61E}">
  <ds:schemaRefs>
    <ds:schemaRef ds:uri="ESRI.ArcGIS.Mapping.OfficeIntegration.PowerPointInfo"/>
  </ds:schemaRefs>
</ds:datastoreItem>
</file>

<file path=customXml/itemProps51.xml><?xml version="1.0" encoding="utf-8"?>
<ds:datastoreItem xmlns:ds="http://schemas.openxmlformats.org/officeDocument/2006/customXml" ds:itemID="{AC4EB402-C456-4A26-8A92-B48606FF9264}">
  <ds:schemaRefs>
    <ds:schemaRef ds:uri="ESRI.ArcGIS.Mapping.OfficeIntegration.PowerPointInfo"/>
  </ds:schemaRefs>
</ds:datastoreItem>
</file>

<file path=customXml/itemProps52.xml><?xml version="1.0" encoding="utf-8"?>
<ds:datastoreItem xmlns:ds="http://schemas.openxmlformats.org/officeDocument/2006/customXml" ds:itemID="{C1BF2448-6CBA-44DB-9E22-BED59BA834DF}">
  <ds:schemaRefs>
    <ds:schemaRef ds:uri="ESRI.ArcGIS.Mapping.OfficeIntegration.PowerPointInfo"/>
  </ds:schemaRefs>
</ds:datastoreItem>
</file>

<file path=customXml/itemProps53.xml><?xml version="1.0" encoding="utf-8"?>
<ds:datastoreItem xmlns:ds="http://schemas.openxmlformats.org/officeDocument/2006/customXml" ds:itemID="{3A5DA3C3-46A0-47F8-855A-99C7684A98A2}">
  <ds:schemaRefs>
    <ds:schemaRef ds:uri="ESRI.ArcGIS.Mapping.OfficeIntegration.PowerPointInfo"/>
  </ds:schemaRefs>
</ds:datastoreItem>
</file>

<file path=customXml/itemProps54.xml><?xml version="1.0" encoding="utf-8"?>
<ds:datastoreItem xmlns:ds="http://schemas.openxmlformats.org/officeDocument/2006/customXml" ds:itemID="{3E253610-1BBE-4C16-A1DA-4D6F07A3A74E}">
  <ds:schemaRefs>
    <ds:schemaRef ds:uri="ESRI.ArcGIS.Mapping.OfficeIntegration.PowerPointInfo"/>
  </ds:schemaRefs>
</ds:datastoreItem>
</file>

<file path=customXml/itemProps55.xml><?xml version="1.0" encoding="utf-8"?>
<ds:datastoreItem xmlns:ds="http://schemas.openxmlformats.org/officeDocument/2006/customXml" ds:itemID="{612F64FD-E61D-43DE-A84B-8FC0DA8FC26C}">
  <ds:schemaRefs>
    <ds:schemaRef ds:uri="ESRI.ArcGIS.Mapping.OfficeIntegration.PowerPointInfo"/>
  </ds:schemaRefs>
</ds:datastoreItem>
</file>

<file path=customXml/itemProps56.xml><?xml version="1.0" encoding="utf-8"?>
<ds:datastoreItem xmlns:ds="http://schemas.openxmlformats.org/officeDocument/2006/customXml" ds:itemID="{EE9F405B-FE7A-4AB8-9CB8-9A75FBA69A95}">
  <ds:schemaRefs>
    <ds:schemaRef ds:uri="ESRI.ArcGIS.Mapping.OfficeIntegration.PowerPointInfo"/>
  </ds:schemaRefs>
</ds:datastoreItem>
</file>

<file path=customXml/itemProps57.xml><?xml version="1.0" encoding="utf-8"?>
<ds:datastoreItem xmlns:ds="http://schemas.openxmlformats.org/officeDocument/2006/customXml" ds:itemID="{E559A846-F914-4753-A2DC-D33AFE44114C}">
  <ds:schemaRefs>
    <ds:schemaRef ds:uri="ESRI.ArcGIS.Mapping.OfficeIntegration.PowerPointInfo"/>
  </ds:schemaRefs>
</ds:datastoreItem>
</file>

<file path=customXml/itemProps58.xml><?xml version="1.0" encoding="utf-8"?>
<ds:datastoreItem xmlns:ds="http://schemas.openxmlformats.org/officeDocument/2006/customXml" ds:itemID="{E5F80E3B-5636-41B2-898D-5D17189605B7}">
  <ds:schemaRefs>
    <ds:schemaRef ds:uri="ESRI.ArcGIS.Mapping.OfficeIntegration.PowerPointInfo"/>
  </ds:schemaRefs>
</ds:datastoreItem>
</file>

<file path=customXml/itemProps59.xml><?xml version="1.0" encoding="utf-8"?>
<ds:datastoreItem xmlns:ds="http://schemas.openxmlformats.org/officeDocument/2006/customXml" ds:itemID="{A77C5B54-CA1C-4010-8D5D-ED406825EBB7}">
  <ds:schemaRefs>
    <ds:schemaRef ds:uri="ESRI.ArcGIS.Mapping.OfficeIntegration.PowerPointInfo"/>
  </ds:schemaRefs>
</ds:datastoreItem>
</file>

<file path=customXml/itemProps60.xml><?xml version="1.0" encoding="utf-8"?>
<ds:datastoreItem xmlns:ds="http://schemas.openxmlformats.org/officeDocument/2006/customXml" ds:itemID="{5B58CDD1-2BF6-415B-A256-DBBCC6A48D56}">
  <ds:schemaRefs>
    <ds:schemaRef ds:uri="ESRI.ArcGIS.Mapping.OfficeIntegration.PowerPointInfo"/>
  </ds:schemaRefs>
</ds:datastoreItem>
</file>

<file path=customXml/itemProps61.xml><?xml version="1.0" encoding="utf-8"?>
<ds:datastoreItem xmlns:ds="http://schemas.openxmlformats.org/officeDocument/2006/customXml" ds:itemID="{7A70D44C-B768-49FE-A70F-C6199D3EE9A7}">
  <ds:schemaRefs>
    <ds:schemaRef ds:uri="ESRI.ArcGIS.Mapping.OfficeIntegration.PowerPointInfo"/>
  </ds:schemaRefs>
</ds:datastoreItem>
</file>

<file path=customXml/itemProps62.xml><?xml version="1.0" encoding="utf-8"?>
<ds:datastoreItem xmlns:ds="http://schemas.openxmlformats.org/officeDocument/2006/customXml" ds:itemID="{53220D22-8257-492D-8F60-ECE474D7C478}">
  <ds:schemaRefs>
    <ds:schemaRef ds:uri="ESRI.ArcGIS.Mapping.OfficeIntegration.PowerPointInfo"/>
  </ds:schemaRefs>
</ds:datastoreItem>
</file>

<file path=customXml/itemProps63.xml><?xml version="1.0" encoding="utf-8"?>
<ds:datastoreItem xmlns:ds="http://schemas.openxmlformats.org/officeDocument/2006/customXml" ds:itemID="{D6F15B81-7660-4E9F-B613-8AA4F84B6DA3}">
  <ds:schemaRefs>
    <ds:schemaRef ds:uri="ESRI.ArcGIS.Mapping.OfficeIntegration.PowerPointInfo"/>
  </ds:schemaRefs>
</ds:datastoreItem>
</file>

<file path=customXml/itemProps64.xml><?xml version="1.0" encoding="utf-8"?>
<ds:datastoreItem xmlns:ds="http://schemas.openxmlformats.org/officeDocument/2006/customXml" ds:itemID="{E47732B9-9C1B-4723-B4AA-A21238C5DF44}">
  <ds:schemaRefs>
    <ds:schemaRef ds:uri="ESRI.ArcGIS.Mapping.OfficeIntegration.PowerPointInfo"/>
  </ds:schemaRefs>
</ds:datastoreItem>
</file>

<file path=customXml/itemProps65.xml><?xml version="1.0" encoding="utf-8"?>
<ds:datastoreItem xmlns:ds="http://schemas.openxmlformats.org/officeDocument/2006/customXml" ds:itemID="{DA46DABE-45F1-4E65-A939-497CB70F357D}">
  <ds:schemaRefs>
    <ds:schemaRef ds:uri="ESRI.ArcGIS.Mapping.OfficeIntegration.PowerPointInfo"/>
  </ds:schemaRefs>
</ds:datastoreItem>
</file>

<file path=customXml/itemProps66.xml><?xml version="1.0" encoding="utf-8"?>
<ds:datastoreItem xmlns:ds="http://schemas.openxmlformats.org/officeDocument/2006/customXml" ds:itemID="{7147CA22-2BC4-4917-83D2-7CA4C34A80D4}">
  <ds:schemaRefs>
    <ds:schemaRef ds:uri="ESRI.ArcGIS.Mapping.OfficeIntegration.PowerPointInfo"/>
  </ds:schemaRefs>
</ds:datastoreItem>
</file>

<file path=customXml/itemProps67.xml><?xml version="1.0" encoding="utf-8"?>
<ds:datastoreItem xmlns:ds="http://schemas.openxmlformats.org/officeDocument/2006/customXml" ds:itemID="{2C9ABD96-756D-41D3-909F-6F7B4C6B6E1F}">
  <ds:schemaRefs>
    <ds:schemaRef ds:uri="ESRI.ArcGIS.Mapping.OfficeIntegration.PowerPointInfo"/>
  </ds:schemaRefs>
</ds:datastoreItem>
</file>

<file path=customXml/itemProps68.xml><?xml version="1.0" encoding="utf-8"?>
<ds:datastoreItem xmlns:ds="http://schemas.openxmlformats.org/officeDocument/2006/customXml" ds:itemID="{94844715-80D4-4BDB-8DF0-52D9314E2485}">
  <ds:schemaRefs>
    <ds:schemaRef ds:uri="ESRI.ArcGIS.Mapping.OfficeIntegration.PowerPointInfo"/>
  </ds:schemaRefs>
</ds:datastoreItem>
</file>

<file path=docMetadata/LabelInfo.xml><?xml version="1.0" encoding="utf-8"?>
<clbl:labelList xmlns:clbl="http://schemas.microsoft.com/office/2020/mipLabelMetadata">
  <clbl:label id="{aee6e3c9-711e-4c7c-bd27-04f2307db20d}" enabled="0" method="" siteId="{aee6e3c9-711e-4c7c-bd27-04f2307db20d}" removed="1"/>
</clbl:labelList>
</file>

<file path=docProps/app.xml><?xml version="1.0" encoding="utf-8"?>
<Properties xmlns="http://schemas.openxmlformats.org/officeDocument/2006/extended-properties" xmlns:vt="http://schemas.openxmlformats.org/officeDocument/2006/docPropsVTypes">
  <Template>Esri_Corporate_Template-Dark</Template>
  <TotalTime>1865</TotalTime>
  <Words>1545</Words>
  <Application>Microsoft Office PowerPoint</Application>
  <PresentationFormat>Widescreen</PresentationFormat>
  <Paragraphs>224</Paragraphs>
  <Slides>9</Slides>
  <Notes>9</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Avenir Next LT Pro Light</vt:lpstr>
      <vt:lpstr>Calibri</vt:lpstr>
      <vt:lpstr>Lucida Grande</vt:lpstr>
      <vt:lpstr>Speak Pro</vt:lpstr>
      <vt:lpstr>Esri_Corporate_Template-Dark</vt:lpstr>
      <vt:lpstr>2_Office Theme</vt:lpstr>
      <vt:lpstr>PowerPoint Presentation</vt:lpstr>
      <vt:lpstr>ArcGIS API for Python 2.4.3</vt:lpstr>
      <vt:lpstr>ArcGIS API for Python 2.4.3 release timeline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Brian Pettitt</dc:creator>
  <cp:lastModifiedBy>Manushi Majumdar</cp:lastModifiedBy>
  <cp:revision>119</cp:revision>
  <cp:lastPrinted>2021-08-10T23:54:02Z</cp:lastPrinted>
  <dcterms:created xsi:type="dcterms:W3CDTF">2021-10-12T16:08:44Z</dcterms:created>
  <dcterms:modified xsi:type="dcterms:W3CDTF">2025-12-04T20:26:54Z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0x01010017B0491C46AF8B4EAFADBEE5B727427B</vt:lpwstr>
  </property>
  <property fmtid="{D5CDD505-2E9C-101B-9397-08002B2CF9AE}" pid="3" name="Order">
    <vt:r8>898000</vt:r8>
  </property>
  <property fmtid="{D5CDD505-2E9C-101B-9397-08002B2CF9AE}" pid="4" name="ComplianceAssetId">
    <vt:lpwstr/>
  </property>
  <property fmtid="{D5CDD505-2E9C-101B-9397-08002B2CF9AE}" pid="5" name="TemplateUrl">
    <vt:lpwstr/>
  </property>
  <property fmtid="{D5CDD505-2E9C-101B-9397-08002B2CF9AE}" pid="6" name="xd_Signature">
    <vt:bool>false</vt:bool>
  </property>
  <property fmtid="{D5CDD505-2E9C-101B-9397-08002B2CF9AE}" pid="7" name="xd_ProgID">
    <vt:lpwstr/>
  </property>
  <property fmtid="{D5CDD505-2E9C-101B-9397-08002B2CF9AE}" pid="8" name="MediaServiceImageTags">
    <vt:lpwstr/>
  </property>
  <property fmtid="{D5CDD505-2E9C-101B-9397-08002B2CF9AE}" pid="9" name="MSIP_Label_186a3520-2f75-449a-9647-37aa285e138c_Enabled">
    <vt:lpwstr>true</vt:lpwstr>
  </property>
  <property fmtid="{D5CDD505-2E9C-101B-9397-08002B2CF9AE}" pid="10" name="MSIP_Label_186a3520-2f75-449a-9647-37aa285e138c_SetDate">
    <vt:lpwstr>2025-11-04T19:53:28Z</vt:lpwstr>
  </property>
  <property fmtid="{D5CDD505-2E9C-101B-9397-08002B2CF9AE}" pid="11" name="MSIP_Label_186a3520-2f75-449a-9647-37aa285e138c_Method">
    <vt:lpwstr>Standard</vt:lpwstr>
  </property>
  <property fmtid="{D5CDD505-2E9C-101B-9397-08002B2CF9AE}" pid="12" name="MSIP_Label_186a3520-2f75-449a-9647-37aa285e138c_Name">
    <vt:lpwstr>defa4170-0d19-0005-0004-bc88714345d2</vt:lpwstr>
  </property>
  <property fmtid="{D5CDD505-2E9C-101B-9397-08002B2CF9AE}" pid="13" name="MSIP_Label_186a3520-2f75-449a-9647-37aa285e138c_SiteId">
    <vt:lpwstr>19afb2c8-5efd-4718-a107-530ed963d11e</vt:lpwstr>
  </property>
  <property fmtid="{D5CDD505-2E9C-101B-9397-08002B2CF9AE}" pid="14" name="MSIP_Label_186a3520-2f75-449a-9647-37aa285e138c_ActionId">
    <vt:lpwstr>f573f3aa-41da-45cf-925c-fe708d3e733b</vt:lpwstr>
  </property>
  <property fmtid="{D5CDD505-2E9C-101B-9397-08002B2CF9AE}" pid="15" name="MSIP_Label_186a3520-2f75-449a-9647-37aa285e138c_ContentBits">
    <vt:lpwstr>0</vt:lpwstr>
  </property>
  <property fmtid="{D5CDD505-2E9C-101B-9397-08002B2CF9AE}" pid="16" name="MSIP_Label_186a3520-2f75-449a-9647-37aa285e138c_Tag">
    <vt:lpwstr>50, 3, 0, 1</vt:lpwstr>
  </property>
</Properties>
</file>